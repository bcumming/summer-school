
<file path=[Content_Types].xml><?xml version="1.0" encoding="utf-8"?>
<Types xmlns="http://schemas.openxmlformats.org/package/2006/content-types">
  <Override PartName="/ppt/diagrams/drawing1.xml" ContentType="application/vnd.ms-office.drawingml.diagramDrawing+xml"/>
  <Override PartName="/ppt/diagrams/layout2.xml" ContentType="application/vnd.openxmlformats-officedocument.drawingml.diagramLayout+xml"/>
  <Override PartName="/ppt/slides/slide14.xml" ContentType="application/vnd.openxmlformats-officedocument.presentationml.slide+xml"/>
  <Default Extension="rels" ContentType="application/vnd.openxmlformats-package.relationships+xml"/>
  <Override PartName="/ppt/slides/slide62.xml" ContentType="application/vnd.openxmlformats-officedocument.presentationml.slide+xml"/>
  <Default Extension="xml" ContentType="application/xml"/>
  <Override PartName="/ppt/slides/slide45.xml" ContentType="application/vnd.openxmlformats-officedocument.presentationml.slide+xml"/>
  <Override PartName="/ppt/tableStyles.xml" ContentType="application/vnd.openxmlformats-officedocument.presentationml.tableStyles+xml"/>
  <Override PartName="/ppt/diagrams/colors1.xml" ContentType="application/vnd.openxmlformats-officedocument.drawingml.diagramColors+xml"/>
  <Override PartName="/ppt/slides/slide28.xml" ContentType="application/vnd.openxmlformats-officedocument.presentationml.slide+xml"/>
  <Override PartName="/ppt/slides/slide54.xml" ContentType="application/vnd.openxmlformats-officedocument.presentationml.slide+xml"/>
  <Override PartName="/ppt/slides/slide21.xml" ContentType="application/vnd.openxmlformats-officedocument.presentationml.slide+xml"/>
  <Override PartName="/ppt/slides/slide37.xml" ContentType="application/vnd.openxmlformats-officedocument.presentationml.slide+xml"/>
  <Override PartName="/ppt/slides/slide5.xml" ContentType="application/vnd.openxmlformats-officedocument.presentationml.slide+xml"/>
  <Override PartName="/ppt/slideLayouts/slideLayout5.xml" ContentType="application/vnd.openxmlformats-officedocument.presentationml.slideLayout+xml"/>
  <Override PartName="/ppt/slides/slide30.xml" ContentType="application/vnd.openxmlformats-officedocument.presentationml.slide+xml"/>
  <Override PartName="/ppt/diagrams/layout1.xml" ContentType="application/vnd.openxmlformats-officedocument.drawingml.diagramLayout+xml"/>
  <Override PartName="/ppt/slides/slide13.xml" ContentType="application/vnd.openxmlformats-officedocument.presentationml.slide+xml"/>
  <Override PartName="/ppt/slideMasters/slideMaster1.xml" ContentType="application/vnd.openxmlformats-officedocument.presentationml.slideMaster+xml"/>
  <Override PartName="/docProps/core.xml" ContentType="application/vnd.openxmlformats-package.core-properties+xml"/>
  <Override PartName="/ppt/slides/slide61.xml" ContentType="application/vnd.openxmlformats-officedocument.presentationml.slide+xml"/>
  <Override PartName="/ppt/slides/slide44.xml" ContentType="application/vnd.openxmlformats-officedocument.presentationml.slide+xml"/>
  <Override PartName="/ppt/slides/slide27.xml" ContentType="application/vnd.openxmlformats-officedocument.presentationml.slide+xml"/>
  <Override PartName="/ppt/slides/slide53.xml" ContentType="application/vnd.openxmlformats-officedocument.presentationml.slide+xml"/>
  <Override PartName="/ppt/slides/slide20.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Layouts/slideLayout4.xml" ContentType="application/vnd.openxmlformats-officedocument.presentationml.slideLayout+xml"/>
  <Override PartName="/ppt/slides/slide12.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slides/slide43.xml" ContentType="application/vnd.openxmlformats-officedocument.presentationml.slide+xml"/>
  <Override PartName="/ppt/slides/slide59.xml" ContentType="application/vnd.openxmlformats-officedocument.presentationml.slide+xml"/>
  <Override PartName="/ppt/slides/slide26.xml" ContentType="application/vnd.openxmlformats-officedocument.presentationml.slide+xml"/>
  <Override PartName="/ppt/slides/slide52.xml" ContentType="application/vnd.openxmlformats-officedocument.presentationml.slide+xml"/>
  <Override PartName="/ppt/slides/slide35.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Layouts/slideLayout3.xml" ContentType="application/vnd.openxmlformats-officedocument.presentationml.slideLayout+xml"/>
  <Override PartName="/ppt/diagrams/data2.xml" ContentType="application/vnd.openxmlformats-officedocument.drawingml.diagramData+xml"/>
  <Override PartName="/ppt/slides/slide11.xml" ContentType="application/vnd.openxmlformats-officedocument.presentationml.slide+xml"/>
  <Override PartName="/ppt/slides/slide49.xml" ContentType="application/vnd.openxmlformats-officedocument.presentationml.slide+xml"/>
  <Override PartName="/ppt/diagrams/quickStyle2.xml" ContentType="application/vnd.openxmlformats-officedocument.drawingml.diagramStyle+xml"/>
  <Override PartName="/ppt/slides/slide42.xml" ContentType="application/vnd.openxmlformats-officedocument.presentationml.slide+xml"/>
  <Override PartName="/ppt/slides/slide58.xml" ContentType="application/vnd.openxmlformats-officedocument.presentationml.slide+xml"/>
  <Override PartName="/ppt/slides/slide25.xml" ContentType="application/vnd.openxmlformats-officedocument.presentationml.slide+xml"/>
  <Override PartName="/ppt/slides/slide51.xml" ContentType="application/vnd.openxmlformats-officedocument.presentationml.slide+xml"/>
  <Override PartName="/ppt/slides/slide9.xml" ContentType="application/vnd.openxmlformats-officedocument.presentationml.slide+xml"/>
  <Override PartName="/ppt/slideLayouts/slideLayout9.xml" ContentType="application/vnd.openxmlformats-officedocument.presentationml.slideLayout+xml"/>
  <Override PartName="/ppt/slides/slide34.xml" ContentType="application/vnd.openxmlformats-officedocument.presentationml.slide+xml"/>
  <Override PartName="/ppt/slides/slide2.xml" ContentType="application/vnd.openxmlformats-officedocument.presentationml.slide+xml"/>
  <Override PartName="/ppt/slideLayouts/slideLayout2.xml" ContentType="application/vnd.openxmlformats-officedocument.presentationml.slideLayout+xml"/>
  <Override PartName="/ppt/slides/slide17.xml" ContentType="application/vnd.openxmlformats-officedocument.presentationml.slide+xml"/>
  <Override PartName="/ppt/diagrams/data1.xml" ContentType="application/vnd.openxmlformats-officedocument.drawingml.diagramData+xml"/>
  <Override PartName="/ppt/slides/slide10.xml" ContentType="application/vnd.openxmlformats-officedocument.presentationml.slide+xml"/>
  <Override PartName="/docProps/app.xml" ContentType="application/vnd.openxmlformats-officedocument.extended-properties+xml"/>
  <Override PartName="/ppt/slides/slide48.xml" ContentType="application/vnd.openxmlformats-officedocument.presentationml.slide+xml"/>
  <Override PartName="/ppt/diagrams/quickStyle1.xml" ContentType="application/vnd.openxmlformats-officedocument.drawingml.diagramStyle+xml"/>
  <Override PartName="/ppt/slides/slide41.xml" ContentType="application/vnd.openxmlformats-officedocument.presentationml.slide+xml"/>
  <Override PartName="/ppt/slides/slide57.xml" ContentType="application/vnd.openxmlformats-officedocument.presentationml.slide+xml"/>
  <Override PartName="/ppt/slides/slide24.xml" ContentType="application/vnd.openxmlformats-officedocument.presentationml.slide+xml"/>
  <Override PartName="/ppt/slides/slide50.xml" ContentType="application/vnd.openxmlformats-officedocument.presentationml.slide+xml"/>
  <Override PartName="/ppt/slides/slide8.xml" ContentType="application/vnd.openxmlformats-officedocument.presentationml.slide+xml"/>
  <Override PartName="/ppt/slideLayouts/slideLayout8.xml" ContentType="application/vnd.openxmlformats-officedocument.presentationml.slideLayout+xml"/>
  <Override PartName="/ppt/slides/slide33.xml" ContentType="application/vnd.openxmlformats-officedocument.presentationml.slide+xml"/>
  <Override PartName="/ppt/slides/slide1.xml" ContentType="application/vnd.openxmlformats-officedocument.presentationml.slide+xml"/>
  <Override PartName="/ppt/slideLayouts/slideLayout1.xml" ContentType="application/vnd.openxmlformats-officedocument.presentationml.slideLayout+xml"/>
  <Override PartName="/ppt/slides/slide16.xml" ContentType="application/vnd.openxmlformats-officedocument.presentationml.slide+xml"/>
  <Override PartName="/ppt/viewProps.xml" ContentType="application/vnd.openxmlformats-officedocument.presentationml.viewProps+xml"/>
  <Default Extension="jpeg" ContentType="image/jpeg"/>
  <Override PartName="/ppt/slides/slide47.xml" ContentType="application/vnd.openxmlformats-officedocument.presentationml.slide+xml"/>
  <Override PartName="/ppt/slides/slide40.xml" ContentType="application/vnd.openxmlformats-officedocument.presentationml.slide+xml"/>
  <Override PartName="/ppt/slides/slide56.xml" ContentType="application/vnd.openxmlformats-officedocument.presentationml.slide+xml"/>
  <Override PartName="/ppt/slideLayouts/slideLayout11.xml" ContentType="application/vnd.openxmlformats-officedocument.presentationml.slideLayout+xml"/>
  <Override PartName="/ppt/slides/slide39.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diagrams/drawing2.xml" ContentType="application/vnd.ms-office.drawingml.diagramDrawing+xml"/>
  <Override PartName="/ppt/slideLayouts/slideLayout7.xml" ContentType="application/vnd.openxmlformats-officedocument.presentationml.slideLayout+xml"/>
  <Override PartName="/ppt/slides/slide32.xml" ContentType="application/vnd.openxmlformats-officedocument.presentationml.slide+xml"/>
  <Override PartName="/ppt/slides/slide15.xml" ContentType="application/vnd.openxmlformats-officedocument.presentationml.slide+xml"/>
  <Override PartName="/ppt/slides/slide63.xml" ContentType="application/vnd.openxmlformats-officedocument.presentationml.slide+xml"/>
  <Override PartName="/ppt/diagrams/colors2.xml" ContentType="application/vnd.openxmlformats-officedocument.drawingml.diagramColors+xml"/>
  <Override PartName="/ppt/slides/slide46.xml" ContentType="application/vnd.openxmlformats-officedocument.presentationml.slide+xml"/>
  <Override PartName="/ppt/slides/slide29.xml" ContentType="application/vnd.openxmlformats-officedocument.presentationml.slide+xml"/>
  <Override PartName="/ppt/slides/slide55.xml" ContentType="application/vnd.openxmlformats-officedocument.presentationml.slide+xml"/>
  <Override PartName="/ppt/theme/theme1.xml" ContentType="application/vnd.openxmlformats-officedocument.theme+xml"/>
  <Override PartName="/ppt/slides/slide22.xml" ContentType="application/vnd.openxmlformats-officedocument.presentationml.slide+xml"/>
  <Override PartName="/ppt/slides/slide38.xml" ContentType="application/vnd.openxmlformats-officedocument.presentationml.slide+xml"/>
  <Override PartName="/ppt/presentation.xml" ContentType="application/vnd.openxmlformats-officedocument.presentationml.presentation.main+xml"/>
  <Override PartName="/ppt/slides/slide6.xml" ContentType="application/vnd.openxmlformats-officedocument.presentationml.slide+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s/slide31.xml" ContentType="application/vnd.openxmlformats-officedocument.presentationml.slide+xml"/>
  <Default Extension="bin" ContentType="application/vnd.openxmlformats-officedocument.presentationml.printerSettings"/>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48" r:id="rId1"/>
  </p:sldMasterIdLst>
  <p:sldIdLst>
    <p:sldId id="256" r:id="rId2"/>
    <p:sldId id="257" r:id="rId3"/>
    <p:sldId id="258" r:id="rId4"/>
    <p:sldId id="259" r:id="rId5"/>
    <p:sldId id="260" r:id="rId6"/>
    <p:sldId id="261" r:id="rId7"/>
    <p:sldId id="263" r:id="rId8"/>
    <p:sldId id="262" r:id="rId9"/>
    <p:sldId id="264" r:id="rId10"/>
    <p:sldId id="265" r:id="rId11"/>
    <p:sldId id="268" r:id="rId12"/>
    <p:sldId id="274" r:id="rId13"/>
    <p:sldId id="269" r:id="rId14"/>
    <p:sldId id="270" r:id="rId15"/>
    <p:sldId id="271" r:id="rId16"/>
    <p:sldId id="272" r:id="rId17"/>
    <p:sldId id="273" r:id="rId18"/>
    <p:sldId id="275" r:id="rId19"/>
    <p:sldId id="290" r:id="rId20"/>
    <p:sldId id="276" r:id="rId21"/>
    <p:sldId id="285" r:id="rId22"/>
    <p:sldId id="279" r:id="rId23"/>
    <p:sldId id="280" r:id="rId24"/>
    <p:sldId id="287" r:id="rId25"/>
    <p:sldId id="289" r:id="rId26"/>
    <p:sldId id="286" r:id="rId27"/>
    <p:sldId id="277" r:id="rId28"/>
    <p:sldId id="278" r:id="rId29"/>
    <p:sldId id="281" r:id="rId30"/>
    <p:sldId id="282" r:id="rId31"/>
    <p:sldId id="283" r:id="rId32"/>
    <p:sldId id="296" r:id="rId33"/>
    <p:sldId id="292" r:id="rId34"/>
    <p:sldId id="291" r:id="rId35"/>
    <p:sldId id="293" r:id="rId36"/>
    <p:sldId id="294" r:id="rId37"/>
    <p:sldId id="295" r:id="rId38"/>
    <p:sldId id="297" r:id="rId39"/>
    <p:sldId id="298" r:id="rId40"/>
    <p:sldId id="299" r:id="rId41"/>
    <p:sldId id="300" r:id="rId42"/>
    <p:sldId id="301" r:id="rId43"/>
    <p:sldId id="284" r:id="rId44"/>
    <p:sldId id="308" r:id="rId45"/>
    <p:sldId id="320" r:id="rId46"/>
    <p:sldId id="321" r:id="rId47"/>
    <p:sldId id="302" r:id="rId48"/>
    <p:sldId id="303" r:id="rId49"/>
    <p:sldId id="304" r:id="rId50"/>
    <p:sldId id="305" r:id="rId51"/>
    <p:sldId id="306" r:id="rId52"/>
    <p:sldId id="307" r:id="rId53"/>
    <p:sldId id="310" r:id="rId54"/>
    <p:sldId id="311" r:id="rId55"/>
    <p:sldId id="312" r:id="rId56"/>
    <p:sldId id="313" r:id="rId57"/>
    <p:sldId id="314" r:id="rId58"/>
    <p:sldId id="315" r:id="rId59"/>
    <p:sldId id="316" r:id="rId60"/>
    <p:sldId id="318" r:id="rId61"/>
    <p:sldId id="323" r:id="rId62"/>
    <p:sldId id="309" r:id="rId63"/>
    <p:sldId id="322"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lastView="sldThumbnailView">
  <p:normalViewPr>
    <p:restoredLeft sz="15620"/>
    <p:restoredTop sz="94660"/>
  </p:normalViewPr>
  <p:slideViewPr>
    <p:cSldViewPr snapToGrid="0" snapToObjects="1">
      <p:cViewPr varScale="1">
        <p:scale>
          <a:sx n="148" d="100"/>
          <a:sy n="148" d="100"/>
        </p:scale>
        <p:origin x="-1160" y="-11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printerSettings" Target="printerSettings/printerSettings1.bin"/><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773EEC3-A0AD-9944-A94B-27C51EDD41A4}" type="doc">
      <dgm:prSet loTypeId="urn:microsoft.com/office/officeart/2005/8/layout/orgChart1" loCatId="hierarchy" qsTypeId="urn:microsoft.com/office/officeart/2005/8/quickstyle/simple4" qsCatId="simple" csTypeId="urn:microsoft.com/office/officeart/2005/8/colors/accent1_2" csCatId="accent1" phldr="1"/>
      <dgm:spPr/>
      <dgm:t>
        <a:bodyPr/>
        <a:lstStyle/>
        <a:p>
          <a:endParaRPr lang="en-US"/>
        </a:p>
      </dgm:t>
    </dgm:pt>
    <dgm:pt modelId="{A747FB13-E23E-C044-9368-C6AE936AF67F}">
      <dgm:prSet phldrT="[Text]"/>
      <dgm:spPr/>
      <dgm:t>
        <a:bodyPr/>
        <a:lstStyle/>
        <a:p>
          <a:r>
            <a:rPr lang="en-US" dirty="0" smtClean="0"/>
            <a:t>Interconnect</a:t>
          </a:r>
          <a:endParaRPr lang="en-US" dirty="0"/>
        </a:p>
      </dgm:t>
    </dgm:pt>
    <dgm:pt modelId="{C7ED8F8A-C39F-804A-B6D9-560F83F2666E}" type="parTrans" cxnId="{FE2B1DEE-E596-2448-B77E-700976564F2F}">
      <dgm:prSet/>
      <dgm:spPr/>
      <dgm:t>
        <a:bodyPr/>
        <a:lstStyle/>
        <a:p>
          <a:endParaRPr lang="en-US"/>
        </a:p>
      </dgm:t>
    </dgm:pt>
    <dgm:pt modelId="{C56C21C3-9560-C044-AB35-9A19FB332D5D}" type="sibTrans" cxnId="{FE2B1DEE-E596-2448-B77E-700976564F2F}">
      <dgm:prSet/>
      <dgm:spPr/>
      <dgm:t>
        <a:bodyPr/>
        <a:lstStyle/>
        <a:p>
          <a:endParaRPr lang="en-US"/>
        </a:p>
      </dgm:t>
    </dgm:pt>
    <dgm:pt modelId="{7F6BEAAA-8290-9C44-BC13-832F08DF48D0}">
      <dgm:prSet phldrT="[Text]"/>
      <dgm:spPr/>
      <dgm:t>
        <a:bodyPr/>
        <a:lstStyle/>
        <a:p>
          <a:r>
            <a:rPr lang="en-US" dirty="0" err="1" smtClean="0"/>
            <a:t>Mem</a:t>
          </a:r>
          <a:endParaRPr lang="en-US" dirty="0"/>
        </a:p>
      </dgm:t>
    </dgm:pt>
    <dgm:pt modelId="{B0EFAFBA-A8BE-E74C-9900-9A8D0790221B}" type="parTrans" cxnId="{A4F51473-220A-EB45-A8E0-010BF3EFB0EF}">
      <dgm:prSet/>
      <dgm:spPr/>
      <dgm:t>
        <a:bodyPr/>
        <a:lstStyle/>
        <a:p>
          <a:endParaRPr lang="en-US"/>
        </a:p>
      </dgm:t>
    </dgm:pt>
    <dgm:pt modelId="{FD3283FD-2A62-B245-8BA7-2F6BA4139049}" type="sibTrans" cxnId="{A4F51473-220A-EB45-A8E0-010BF3EFB0EF}">
      <dgm:prSet/>
      <dgm:spPr/>
      <dgm:t>
        <a:bodyPr/>
        <a:lstStyle/>
        <a:p>
          <a:endParaRPr lang="en-US"/>
        </a:p>
      </dgm:t>
    </dgm:pt>
    <dgm:pt modelId="{8E44B3E9-DD83-5F49-9F51-8C4C6BBD86F2}">
      <dgm:prSet phldrT="[Text]"/>
      <dgm:spPr/>
      <dgm:t>
        <a:bodyPr/>
        <a:lstStyle/>
        <a:p>
          <a:r>
            <a:rPr lang="en-US" dirty="0" err="1" smtClean="0"/>
            <a:t>Mem</a:t>
          </a:r>
          <a:endParaRPr lang="en-US" dirty="0"/>
        </a:p>
      </dgm:t>
    </dgm:pt>
    <dgm:pt modelId="{F6F3D424-523E-BC4E-813F-7E0CE86A1426}" type="parTrans" cxnId="{1091DD6B-3079-8F4C-BFBF-39B3D8DC38B7}">
      <dgm:prSet/>
      <dgm:spPr/>
      <dgm:t>
        <a:bodyPr/>
        <a:lstStyle/>
        <a:p>
          <a:endParaRPr lang="en-US"/>
        </a:p>
      </dgm:t>
    </dgm:pt>
    <dgm:pt modelId="{89D7F6CD-29AF-E44F-BB04-62481FC308B0}" type="sibTrans" cxnId="{1091DD6B-3079-8F4C-BFBF-39B3D8DC38B7}">
      <dgm:prSet/>
      <dgm:spPr/>
      <dgm:t>
        <a:bodyPr/>
        <a:lstStyle/>
        <a:p>
          <a:endParaRPr lang="en-US"/>
        </a:p>
      </dgm:t>
    </dgm:pt>
    <dgm:pt modelId="{35B2C1C6-3000-4F46-BFA6-1F39028EA872}">
      <dgm:prSet phldrT="[Text]"/>
      <dgm:spPr/>
      <dgm:t>
        <a:bodyPr/>
        <a:lstStyle/>
        <a:p>
          <a:r>
            <a:rPr lang="en-US" dirty="0" err="1" smtClean="0"/>
            <a:t>Mem</a:t>
          </a:r>
          <a:endParaRPr lang="en-US" dirty="0"/>
        </a:p>
      </dgm:t>
    </dgm:pt>
    <dgm:pt modelId="{152073BA-A338-9746-BB86-16449728E14E}" type="parTrans" cxnId="{6C064436-AD6C-A244-B7F6-54CCDFDB8FE6}">
      <dgm:prSet/>
      <dgm:spPr/>
      <dgm:t>
        <a:bodyPr/>
        <a:lstStyle/>
        <a:p>
          <a:endParaRPr lang="en-US"/>
        </a:p>
      </dgm:t>
    </dgm:pt>
    <dgm:pt modelId="{74A59194-EF6F-374A-8E91-049E50D5EBC5}" type="sibTrans" cxnId="{6C064436-AD6C-A244-B7F6-54CCDFDB8FE6}">
      <dgm:prSet/>
      <dgm:spPr/>
      <dgm:t>
        <a:bodyPr/>
        <a:lstStyle/>
        <a:p>
          <a:endParaRPr lang="en-US"/>
        </a:p>
      </dgm:t>
    </dgm:pt>
    <dgm:pt modelId="{C26EE275-E7D7-A940-89F2-0C0D538C6205}">
      <dgm:prSet phldrT="[Text]"/>
      <dgm:spPr/>
      <dgm:t>
        <a:bodyPr/>
        <a:lstStyle/>
        <a:p>
          <a:r>
            <a:rPr lang="en-US" dirty="0" smtClean="0"/>
            <a:t>Proc0</a:t>
          </a:r>
          <a:endParaRPr lang="en-US" dirty="0"/>
        </a:p>
      </dgm:t>
    </dgm:pt>
    <dgm:pt modelId="{26848449-9B3C-D647-A17B-3F404C9D9E06}" type="parTrans" cxnId="{AE4B4094-3F31-2443-AB13-1296C1E0EAE5}">
      <dgm:prSet/>
      <dgm:spPr/>
      <dgm:t>
        <a:bodyPr/>
        <a:lstStyle/>
        <a:p>
          <a:endParaRPr lang="en-US"/>
        </a:p>
      </dgm:t>
    </dgm:pt>
    <dgm:pt modelId="{E14BB1C3-2979-DA46-B7EB-E554A97FB92F}" type="sibTrans" cxnId="{AE4B4094-3F31-2443-AB13-1296C1E0EAE5}">
      <dgm:prSet/>
      <dgm:spPr/>
      <dgm:t>
        <a:bodyPr/>
        <a:lstStyle/>
        <a:p>
          <a:endParaRPr lang="en-US"/>
        </a:p>
      </dgm:t>
    </dgm:pt>
    <dgm:pt modelId="{E0F60BDE-F741-0743-A0D5-CCBE50BD4902}">
      <dgm:prSet phldrT="[Text]"/>
      <dgm:spPr/>
      <dgm:t>
        <a:bodyPr/>
        <a:lstStyle/>
        <a:p>
          <a:r>
            <a:rPr lang="en-US" dirty="0" smtClean="0"/>
            <a:t>Proc1</a:t>
          </a:r>
          <a:endParaRPr lang="en-US" dirty="0"/>
        </a:p>
      </dgm:t>
    </dgm:pt>
    <dgm:pt modelId="{BDC18B8E-ADFF-A746-9831-84C6F8ABAF7D}" type="parTrans" cxnId="{47E5C400-37A4-0346-A22D-8FDAC0B97557}">
      <dgm:prSet/>
      <dgm:spPr/>
      <dgm:t>
        <a:bodyPr/>
        <a:lstStyle/>
        <a:p>
          <a:endParaRPr lang="en-US"/>
        </a:p>
      </dgm:t>
    </dgm:pt>
    <dgm:pt modelId="{4A595477-3A2E-C34C-8C23-4AE6A319B058}" type="sibTrans" cxnId="{47E5C400-37A4-0346-A22D-8FDAC0B97557}">
      <dgm:prSet/>
      <dgm:spPr/>
      <dgm:t>
        <a:bodyPr/>
        <a:lstStyle/>
        <a:p>
          <a:endParaRPr lang="en-US"/>
        </a:p>
      </dgm:t>
    </dgm:pt>
    <dgm:pt modelId="{FC379AFC-41B8-704C-9180-2F1A02E24E50}">
      <dgm:prSet phldrT="[Text]"/>
      <dgm:spPr/>
      <dgm:t>
        <a:bodyPr/>
        <a:lstStyle/>
        <a:p>
          <a:r>
            <a:rPr lang="en-US" dirty="0" smtClean="0"/>
            <a:t>Proc2</a:t>
          </a:r>
          <a:endParaRPr lang="en-US" dirty="0"/>
        </a:p>
      </dgm:t>
    </dgm:pt>
    <dgm:pt modelId="{29BE83C6-1C90-0F49-9595-507C440AE01C}" type="parTrans" cxnId="{6BF0607B-8670-314E-BCAA-58A22C6DDF3C}">
      <dgm:prSet/>
      <dgm:spPr/>
      <dgm:t>
        <a:bodyPr/>
        <a:lstStyle/>
        <a:p>
          <a:endParaRPr lang="en-US"/>
        </a:p>
      </dgm:t>
    </dgm:pt>
    <dgm:pt modelId="{48D82276-FA40-0D4F-84EF-16D65E4DF546}" type="sibTrans" cxnId="{6BF0607B-8670-314E-BCAA-58A22C6DDF3C}">
      <dgm:prSet/>
      <dgm:spPr/>
      <dgm:t>
        <a:bodyPr/>
        <a:lstStyle/>
        <a:p>
          <a:endParaRPr lang="en-US"/>
        </a:p>
      </dgm:t>
    </dgm:pt>
    <dgm:pt modelId="{8DD12884-B0DC-FF4D-B035-0983EB1092E1}">
      <dgm:prSet phldrT="[Text]"/>
      <dgm:spPr/>
      <dgm:t>
        <a:bodyPr/>
        <a:lstStyle/>
        <a:p>
          <a:r>
            <a:rPr lang="en-US" dirty="0" err="1" smtClean="0"/>
            <a:t>Mem</a:t>
          </a:r>
          <a:endParaRPr lang="en-US" dirty="0"/>
        </a:p>
      </dgm:t>
    </dgm:pt>
    <dgm:pt modelId="{2C836107-A582-5B4D-99BA-968B876FE9E3}" type="parTrans" cxnId="{BDAA7E2F-2773-F24A-B083-3F169BD4A49B}">
      <dgm:prSet/>
      <dgm:spPr/>
      <dgm:t>
        <a:bodyPr/>
        <a:lstStyle/>
        <a:p>
          <a:endParaRPr lang="en-US"/>
        </a:p>
      </dgm:t>
    </dgm:pt>
    <dgm:pt modelId="{1BA5BE7F-5809-FA45-95E0-BB077DB5C777}" type="sibTrans" cxnId="{BDAA7E2F-2773-F24A-B083-3F169BD4A49B}">
      <dgm:prSet/>
      <dgm:spPr/>
      <dgm:t>
        <a:bodyPr/>
        <a:lstStyle/>
        <a:p>
          <a:endParaRPr lang="en-US"/>
        </a:p>
      </dgm:t>
    </dgm:pt>
    <dgm:pt modelId="{71DA4EC7-C626-8A40-95D0-F5AC56FDC208}">
      <dgm:prSet phldrT="[Text]"/>
      <dgm:spPr/>
      <dgm:t>
        <a:bodyPr/>
        <a:lstStyle/>
        <a:p>
          <a:r>
            <a:rPr lang="en-US" dirty="0" smtClean="0"/>
            <a:t>…</a:t>
          </a:r>
          <a:endParaRPr lang="en-US" dirty="0"/>
        </a:p>
      </dgm:t>
    </dgm:pt>
    <dgm:pt modelId="{808042B4-1A73-F54D-A460-C8089FEC9BE4}" type="parTrans" cxnId="{77AAB575-29B0-1C44-8804-DEEB3C2BBDE9}">
      <dgm:prSet/>
      <dgm:spPr/>
      <dgm:t>
        <a:bodyPr/>
        <a:lstStyle/>
        <a:p>
          <a:endParaRPr lang="en-US"/>
        </a:p>
      </dgm:t>
    </dgm:pt>
    <dgm:pt modelId="{936C85EC-DC4B-B94E-9294-C3EA08AB1D1C}" type="sibTrans" cxnId="{77AAB575-29B0-1C44-8804-DEEB3C2BBDE9}">
      <dgm:prSet/>
      <dgm:spPr/>
      <dgm:t>
        <a:bodyPr/>
        <a:lstStyle/>
        <a:p>
          <a:endParaRPr lang="en-US"/>
        </a:p>
      </dgm:t>
    </dgm:pt>
    <dgm:pt modelId="{804E7BC4-F2FB-B04C-ACD2-7E8203B468EF}">
      <dgm:prSet phldrT="[Text]"/>
      <dgm:spPr/>
      <dgm:t>
        <a:bodyPr/>
        <a:lstStyle/>
        <a:p>
          <a:r>
            <a:rPr lang="en-US" dirty="0" err="1" smtClean="0"/>
            <a:t>Mem</a:t>
          </a:r>
          <a:endParaRPr lang="en-US" dirty="0"/>
        </a:p>
      </dgm:t>
    </dgm:pt>
    <dgm:pt modelId="{5A96CB5E-9CC8-0242-A76D-BB0761960042}" type="parTrans" cxnId="{A550CB75-62A0-124B-B144-A9BCEC5295F5}">
      <dgm:prSet/>
      <dgm:spPr/>
      <dgm:t>
        <a:bodyPr/>
        <a:lstStyle/>
        <a:p>
          <a:endParaRPr lang="en-US"/>
        </a:p>
      </dgm:t>
    </dgm:pt>
    <dgm:pt modelId="{DE44128A-0F65-974E-A83A-16048841FB98}" type="sibTrans" cxnId="{A550CB75-62A0-124B-B144-A9BCEC5295F5}">
      <dgm:prSet/>
      <dgm:spPr/>
      <dgm:t>
        <a:bodyPr/>
        <a:lstStyle/>
        <a:p>
          <a:endParaRPr lang="en-US"/>
        </a:p>
      </dgm:t>
    </dgm:pt>
    <dgm:pt modelId="{DD6A6C4C-9702-DF4D-9BDE-35836F03FFB1}">
      <dgm:prSet phldrT="[Text]"/>
      <dgm:spPr/>
      <dgm:t>
        <a:bodyPr/>
        <a:lstStyle/>
        <a:p>
          <a:r>
            <a:rPr lang="en-US" dirty="0" smtClean="0"/>
            <a:t>…</a:t>
          </a:r>
          <a:endParaRPr lang="en-US" dirty="0"/>
        </a:p>
      </dgm:t>
    </dgm:pt>
    <dgm:pt modelId="{54D1E2D6-1840-B14F-9055-3C0F85AF8C1F}" type="parTrans" cxnId="{D0ED5B83-03BB-D74D-83BE-0261A468D102}">
      <dgm:prSet/>
      <dgm:spPr/>
      <dgm:t>
        <a:bodyPr/>
        <a:lstStyle/>
        <a:p>
          <a:endParaRPr lang="en-US"/>
        </a:p>
      </dgm:t>
    </dgm:pt>
    <dgm:pt modelId="{59EC4B48-7DAC-D746-8AD2-8B118693E6D4}" type="sibTrans" cxnId="{D0ED5B83-03BB-D74D-83BE-0261A468D102}">
      <dgm:prSet/>
      <dgm:spPr/>
      <dgm:t>
        <a:bodyPr/>
        <a:lstStyle/>
        <a:p>
          <a:endParaRPr lang="en-US"/>
        </a:p>
      </dgm:t>
    </dgm:pt>
    <dgm:pt modelId="{EF54724D-15F1-CD49-BEF9-63D84CAD7931}">
      <dgm:prSet phldrT="[Text]"/>
      <dgm:spPr/>
      <dgm:t>
        <a:bodyPr/>
        <a:lstStyle/>
        <a:p>
          <a:r>
            <a:rPr lang="en-US" dirty="0" err="1" smtClean="0"/>
            <a:t>Mem</a:t>
          </a:r>
          <a:endParaRPr lang="en-US" dirty="0"/>
        </a:p>
      </dgm:t>
    </dgm:pt>
    <dgm:pt modelId="{5EE83B19-64E1-0049-83AA-7CFB0900ACD7}" type="parTrans" cxnId="{95637486-82C6-684F-9F78-D80481DB604A}">
      <dgm:prSet/>
      <dgm:spPr/>
      <dgm:t>
        <a:bodyPr/>
        <a:lstStyle/>
        <a:p>
          <a:endParaRPr lang="en-US"/>
        </a:p>
      </dgm:t>
    </dgm:pt>
    <dgm:pt modelId="{F53CA4F3-20D1-164E-A0BF-B28D1D2DB232}" type="sibTrans" cxnId="{95637486-82C6-684F-9F78-D80481DB604A}">
      <dgm:prSet/>
      <dgm:spPr/>
      <dgm:t>
        <a:bodyPr/>
        <a:lstStyle/>
        <a:p>
          <a:endParaRPr lang="en-US"/>
        </a:p>
      </dgm:t>
    </dgm:pt>
    <dgm:pt modelId="{4FD30684-19A4-4B4C-B785-50D1A0E501FF}">
      <dgm:prSet phldrT="[Text]"/>
      <dgm:spPr/>
      <dgm:t>
        <a:bodyPr/>
        <a:lstStyle/>
        <a:p>
          <a:r>
            <a:rPr lang="en-US" dirty="0" err="1" smtClean="0"/>
            <a:t>ProcN</a:t>
          </a:r>
          <a:endParaRPr lang="en-US" dirty="0"/>
        </a:p>
      </dgm:t>
    </dgm:pt>
    <dgm:pt modelId="{50BA274A-7385-BC45-8F44-AC5360941B1E}" type="parTrans" cxnId="{162BFA93-C4AA-5B48-8217-C4A78AA49EA3}">
      <dgm:prSet/>
      <dgm:spPr/>
      <dgm:t>
        <a:bodyPr/>
        <a:lstStyle/>
        <a:p>
          <a:endParaRPr lang="en-US"/>
        </a:p>
      </dgm:t>
    </dgm:pt>
    <dgm:pt modelId="{1EAF4EAE-97E0-864A-B9CF-0C195F4CBBC1}" type="sibTrans" cxnId="{162BFA93-C4AA-5B48-8217-C4A78AA49EA3}">
      <dgm:prSet/>
      <dgm:spPr/>
      <dgm:t>
        <a:bodyPr/>
        <a:lstStyle/>
        <a:p>
          <a:endParaRPr lang="en-US"/>
        </a:p>
      </dgm:t>
    </dgm:pt>
    <dgm:pt modelId="{4308C9AB-FD0E-4F41-891B-B48DAC78DF5E}" type="pres">
      <dgm:prSet presAssocID="{7773EEC3-A0AD-9944-A94B-27C51EDD41A4}" presName="hierChild1" presStyleCnt="0">
        <dgm:presLayoutVars>
          <dgm:orgChart val="1"/>
          <dgm:chPref val="1"/>
          <dgm:dir/>
          <dgm:animOne val="branch"/>
          <dgm:animLvl val="lvl"/>
          <dgm:resizeHandles/>
        </dgm:presLayoutVars>
      </dgm:prSet>
      <dgm:spPr/>
      <dgm:t>
        <a:bodyPr/>
        <a:lstStyle/>
        <a:p>
          <a:endParaRPr lang="en-US"/>
        </a:p>
      </dgm:t>
    </dgm:pt>
    <dgm:pt modelId="{ECBF4924-00B4-EA43-A076-8A67F7FCDE68}" type="pres">
      <dgm:prSet presAssocID="{A747FB13-E23E-C044-9368-C6AE936AF67F}" presName="hierRoot1" presStyleCnt="0">
        <dgm:presLayoutVars>
          <dgm:hierBranch val="init"/>
        </dgm:presLayoutVars>
      </dgm:prSet>
      <dgm:spPr/>
    </dgm:pt>
    <dgm:pt modelId="{285F657B-04BE-EE45-8FBA-64672F437C09}" type="pres">
      <dgm:prSet presAssocID="{A747FB13-E23E-C044-9368-C6AE936AF67F}" presName="rootComposite1" presStyleCnt="0"/>
      <dgm:spPr/>
    </dgm:pt>
    <dgm:pt modelId="{6632906C-D9B0-C64F-B1E8-DCDA10434C84}" type="pres">
      <dgm:prSet presAssocID="{A747FB13-E23E-C044-9368-C6AE936AF67F}" presName="rootText1" presStyleLbl="node0" presStyleIdx="0" presStyleCnt="1">
        <dgm:presLayoutVars>
          <dgm:chPref val="3"/>
        </dgm:presLayoutVars>
      </dgm:prSet>
      <dgm:spPr/>
      <dgm:t>
        <a:bodyPr/>
        <a:lstStyle/>
        <a:p>
          <a:endParaRPr lang="en-US"/>
        </a:p>
      </dgm:t>
    </dgm:pt>
    <dgm:pt modelId="{376AD8EB-6915-4F41-A04D-2CB67D6C8D71}" type="pres">
      <dgm:prSet presAssocID="{A747FB13-E23E-C044-9368-C6AE936AF67F}" presName="rootConnector1" presStyleLbl="node1" presStyleIdx="0" presStyleCnt="0"/>
      <dgm:spPr/>
      <dgm:t>
        <a:bodyPr/>
        <a:lstStyle/>
        <a:p>
          <a:endParaRPr lang="en-US"/>
        </a:p>
      </dgm:t>
    </dgm:pt>
    <dgm:pt modelId="{1791300F-F5EF-5B49-BE16-53AC84FC4DC6}" type="pres">
      <dgm:prSet presAssocID="{A747FB13-E23E-C044-9368-C6AE936AF67F}" presName="hierChild2" presStyleCnt="0"/>
      <dgm:spPr/>
    </dgm:pt>
    <dgm:pt modelId="{F52B4C1F-A230-6B4D-8E51-ACEC1D10079D}" type="pres">
      <dgm:prSet presAssocID="{B0EFAFBA-A8BE-E74C-9900-9A8D0790221B}" presName="Name37" presStyleLbl="parChTrans1D2" presStyleIdx="0" presStyleCnt="6"/>
      <dgm:spPr/>
      <dgm:t>
        <a:bodyPr/>
        <a:lstStyle/>
        <a:p>
          <a:endParaRPr lang="en-US"/>
        </a:p>
      </dgm:t>
    </dgm:pt>
    <dgm:pt modelId="{9CC02A35-3628-8748-BA39-F8D07E2A1696}" type="pres">
      <dgm:prSet presAssocID="{7F6BEAAA-8290-9C44-BC13-832F08DF48D0}" presName="hierRoot2" presStyleCnt="0">
        <dgm:presLayoutVars>
          <dgm:hierBranch val="init"/>
        </dgm:presLayoutVars>
      </dgm:prSet>
      <dgm:spPr/>
    </dgm:pt>
    <dgm:pt modelId="{0D3D4012-53BE-5D48-8EDE-CD1D8E000A0D}" type="pres">
      <dgm:prSet presAssocID="{7F6BEAAA-8290-9C44-BC13-832F08DF48D0}" presName="rootComposite" presStyleCnt="0"/>
      <dgm:spPr/>
    </dgm:pt>
    <dgm:pt modelId="{8CB3A72B-B39E-A746-B1FE-69772B8004DE}" type="pres">
      <dgm:prSet presAssocID="{7F6BEAAA-8290-9C44-BC13-832F08DF48D0}" presName="rootText" presStyleLbl="node2" presStyleIdx="0" presStyleCnt="6">
        <dgm:presLayoutVars>
          <dgm:chPref val="3"/>
        </dgm:presLayoutVars>
      </dgm:prSet>
      <dgm:spPr/>
      <dgm:t>
        <a:bodyPr/>
        <a:lstStyle/>
        <a:p>
          <a:endParaRPr lang="en-US"/>
        </a:p>
      </dgm:t>
    </dgm:pt>
    <dgm:pt modelId="{C543D299-745C-A349-B7B6-7C360B27859F}" type="pres">
      <dgm:prSet presAssocID="{7F6BEAAA-8290-9C44-BC13-832F08DF48D0}" presName="rootConnector" presStyleLbl="node2" presStyleIdx="0" presStyleCnt="6"/>
      <dgm:spPr/>
      <dgm:t>
        <a:bodyPr/>
        <a:lstStyle/>
        <a:p>
          <a:endParaRPr lang="en-US"/>
        </a:p>
      </dgm:t>
    </dgm:pt>
    <dgm:pt modelId="{07F7D169-2E8C-D546-A58E-471E280F8700}" type="pres">
      <dgm:prSet presAssocID="{7F6BEAAA-8290-9C44-BC13-832F08DF48D0}" presName="hierChild4" presStyleCnt="0"/>
      <dgm:spPr/>
    </dgm:pt>
    <dgm:pt modelId="{36DF31BB-75EE-974C-B3FD-2BDA1EA9D15A}" type="pres">
      <dgm:prSet presAssocID="{26848449-9B3C-D647-A17B-3F404C9D9E06}" presName="Name37" presStyleLbl="parChTrans1D3" presStyleIdx="0" presStyleCnt="6"/>
      <dgm:spPr/>
      <dgm:t>
        <a:bodyPr/>
        <a:lstStyle/>
        <a:p>
          <a:endParaRPr lang="en-US"/>
        </a:p>
      </dgm:t>
    </dgm:pt>
    <dgm:pt modelId="{0C57ED8D-9C70-C641-A767-67C8162E0ACF}" type="pres">
      <dgm:prSet presAssocID="{C26EE275-E7D7-A940-89F2-0C0D538C6205}" presName="hierRoot2" presStyleCnt="0">
        <dgm:presLayoutVars>
          <dgm:hierBranch val="init"/>
        </dgm:presLayoutVars>
      </dgm:prSet>
      <dgm:spPr/>
    </dgm:pt>
    <dgm:pt modelId="{7250006A-D6FE-3F4D-B217-B6A93819BBD5}" type="pres">
      <dgm:prSet presAssocID="{C26EE275-E7D7-A940-89F2-0C0D538C6205}" presName="rootComposite" presStyleCnt="0"/>
      <dgm:spPr/>
    </dgm:pt>
    <dgm:pt modelId="{E2607E5A-6119-F347-B800-EEAB22C0F42B}" type="pres">
      <dgm:prSet presAssocID="{C26EE275-E7D7-A940-89F2-0C0D538C6205}" presName="rootText" presStyleLbl="node3" presStyleIdx="0" presStyleCnt="6">
        <dgm:presLayoutVars>
          <dgm:chPref val="3"/>
        </dgm:presLayoutVars>
      </dgm:prSet>
      <dgm:spPr/>
      <dgm:t>
        <a:bodyPr/>
        <a:lstStyle/>
        <a:p>
          <a:endParaRPr lang="en-US"/>
        </a:p>
      </dgm:t>
    </dgm:pt>
    <dgm:pt modelId="{2ABA7054-FBB3-6041-9A36-19664CBA5FE2}" type="pres">
      <dgm:prSet presAssocID="{C26EE275-E7D7-A940-89F2-0C0D538C6205}" presName="rootConnector" presStyleLbl="node3" presStyleIdx="0" presStyleCnt="6"/>
      <dgm:spPr/>
      <dgm:t>
        <a:bodyPr/>
        <a:lstStyle/>
        <a:p>
          <a:endParaRPr lang="en-US"/>
        </a:p>
      </dgm:t>
    </dgm:pt>
    <dgm:pt modelId="{95428797-43FC-B34E-A70D-3D654A34617F}" type="pres">
      <dgm:prSet presAssocID="{C26EE275-E7D7-A940-89F2-0C0D538C6205}" presName="hierChild4" presStyleCnt="0"/>
      <dgm:spPr/>
    </dgm:pt>
    <dgm:pt modelId="{EFB31B3D-1F44-7E4C-AE2B-94A49C0C277D}" type="pres">
      <dgm:prSet presAssocID="{C26EE275-E7D7-A940-89F2-0C0D538C6205}" presName="hierChild5" presStyleCnt="0"/>
      <dgm:spPr/>
    </dgm:pt>
    <dgm:pt modelId="{7C7F6EAA-D110-C044-B36E-2662FEC85CEC}" type="pres">
      <dgm:prSet presAssocID="{7F6BEAAA-8290-9C44-BC13-832F08DF48D0}" presName="hierChild5" presStyleCnt="0"/>
      <dgm:spPr/>
    </dgm:pt>
    <dgm:pt modelId="{EFAE1BFC-A2F3-D542-A5E6-471E6FBED4A0}" type="pres">
      <dgm:prSet presAssocID="{F6F3D424-523E-BC4E-813F-7E0CE86A1426}" presName="Name37" presStyleLbl="parChTrans1D2" presStyleIdx="1" presStyleCnt="6"/>
      <dgm:spPr/>
      <dgm:t>
        <a:bodyPr/>
        <a:lstStyle/>
        <a:p>
          <a:endParaRPr lang="en-US"/>
        </a:p>
      </dgm:t>
    </dgm:pt>
    <dgm:pt modelId="{89EC9338-5EE0-A44E-A88D-26C968794235}" type="pres">
      <dgm:prSet presAssocID="{8E44B3E9-DD83-5F49-9F51-8C4C6BBD86F2}" presName="hierRoot2" presStyleCnt="0">
        <dgm:presLayoutVars>
          <dgm:hierBranch val="init"/>
        </dgm:presLayoutVars>
      </dgm:prSet>
      <dgm:spPr/>
    </dgm:pt>
    <dgm:pt modelId="{491B5712-B963-814D-8C0D-0F6712451299}" type="pres">
      <dgm:prSet presAssocID="{8E44B3E9-DD83-5F49-9F51-8C4C6BBD86F2}" presName="rootComposite" presStyleCnt="0"/>
      <dgm:spPr/>
    </dgm:pt>
    <dgm:pt modelId="{E73143BC-3444-6248-A459-A25DFFA0D346}" type="pres">
      <dgm:prSet presAssocID="{8E44B3E9-DD83-5F49-9F51-8C4C6BBD86F2}" presName="rootText" presStyleLbl="node2" presStyleIdx="1" presStyleCnt="6">
        <dgm:presLayoutVars>
          <dgm:chPref val="3"/>
        </dgm:presLayoutVars>
      </dgm:prSet>
      <dgm:spPr/>
      <dgm:t>
        <a:bodyPr/>
        <a:lstStyle/>
        <a:p>
          <a:endParaRPr lang="en-US"/>
        </a:p>
      </dgm:t>
    </dgm:pt>
    <dgm:pt modelId="{0BED6261-C7F9-014C-BD28-A99311D786C1}" type="pres">
      <dgm:prSet presAssocID="{8E44B3E9-DD83-5F49-9F51-8C4C6BBD86F2}" presName="rootConnector" presStyleLbl="node2" presStyleIdx="1" presStyleCnt="6"/>
      <dgm:spPr/>
      <dgm:t>
        <a:bodyPr/>
        <a:lstStyle/>
        <a:p>
          <a:endParaRPr lang="en-US"/>
        </a:p>
      </dgm:t>
    </dgm:pt>
    <dgm:pt modelId="{54D82896-1AA5-A440-A348-7FB0CA4EAB23}" type="pres">
      <dgm:prSet presAssocID="{8E44B3E9-DD83-5F49-9F51-8C4C6BBD86F2}" presName="hierChild4" presStyleCnt="0"/>
      <dgm:spPr/>
    </dgm:pt>
    <dgm:pt modelId="{FF15FD57-175C-2A43-B607-DA36908FE4CF}" type="pres">
      <dgm:prSet presAssocID="{BDC18B8E-ADFF-A746-9831-84C6F8ABAF7D}" presName="Name37" presStyleLbl="parChTrans1D3" presStyleIdx="1" presStyleCnt="6"/>
      <dgm:spPr/>
      <dgm:t>
        <a:bodyPr/>
        <a:lstStyle/>
        <a:p>
          <a:endParaRPr lang="en-US"/>
        </a:p>
      </dgm:t>
    </dgm:pt>
    <dgm:pt modelId="{BA603621-B498-4545-8DE9-AC6E91D58C1A}" type="pres">
      <dgm:prSet presAssocID="{E0F60BDE-F741-0743-A0D5-CCBE50BD4902}" presName="hierRoot2" presStyleCnt="0">
        <dgm:presLayoutVars>
          <dgm:hierBranch val="init"/>
        </dgm:presLayoutVars>
      </dgm:prSet>
      <dgm:spPr/>
    </dgm:pt>
    <dgm:pt modelId="{3C574CD5-0E4F-9A4D-B35A-2FE9CE092623}" type="pres">
      <dgm:prSet presAssocID="{E0F60BDE-F741-0743-A0D5-CCBE50BD4902}" presName="rootComposite" presStyleCnt="0"/>
      <dgm:spPr/>
    </dgm:pt>
    <dgm:pt modelId="{04A231BA-1129-ED44-BD43-7A1485DE2009}" type="pres">
      <dgm:prSet presAssocID="{E0F60BDE-F741-0743-A0D5-CCBE50BD4902}" presName="rootText" presStyleLbl="node3" presStyleIdx="1" presStyleCnt="6">
        <dgm:presLayoutVars>
          <dgm:chPref val="3"/>
        </dgm:presLayoutVars>
      </dgm:prSet>
      <dgm:spPr/>
      <dgm:t>
        <a:bodyPr/>
        <a:lstStyle/>
        <a:p>
          <a:endParaRPr lang="en-US"/>
        </a:p>
      </dgm:t>
    </dgm:pt>
    <dgm:pt modelId="{B17A4220-013D-1B4F-A00F-A299B64C742B}" type="pres">
      <dgm:prSet presAssocID="{E0F60BDE-F741-0743-A0D5-CCBE50BD4902}" presName="rootConnector" presStyleLbl="node3" presStyleIdx="1" presStyleCnt="6"/>
      <dgm:spPr/>
      <dgm:t>
        <a:bodyPr/>
        <a:lstStyle/>
        <a:p>
          <a:endParaRPr lang="en-US"/>
        </a:p>
      </dgm:t>
    </dgm:pt>
    <dgm:pt modelId="{80EF0A40-F185-1146-842B-70B12616BBAF}" type="pres">
      <dgm:prSet presAssocID="{E0F60BDE-F741-0743-A0D5-CCBE50BD4902}" presName="hierChild4" presStyleCnt="0"/>
      <dgm:spPr/>
    </dgm:pt>
    <dgm:pt modelId="{B7C0728F-FA16-B141-B995-654EC524F5D2}" type="pres">
      <dgm:prSet presAssocID="{E0F60BDE-F741-0743-A0D5-CCBE50BD4902}" presName="hierChild5" presStyleCnt="0"/>
      <dgm:spPr/>
    </dgm:pt>
    <dgm:pt modelId="{960C2C70-27F3-F54D-B0A5-C301D0B5BD88}" type="pres">
      <dgm:prSet presAssocID="{8E44B3E9-DD83-5F49-9F51-8C4C6BBD86F2}" presName="hierChild5" presStyleCnt="0"/>
      <dgm:spPr/>
    </dgm:pt>
    <dgm:pt modelId="{86588EB7-51F9-4F4A-AC30-E71926B4F340}" type="pres">
      <dgm:prSet presAssocID="{152073BA-A338-9746-BB86-16449728E14E}" presName="Name37" presStyleLbl="parChTrans1D2" presStyleIdx="2" presStyleCnt="6"/>
      <dgm:spPr/>
      <dgm:t>
        <a:bodyPr/>
        <a:lstStyle/>
        <a:p>
          <a:endParaRPr lang="en-US"/>
        </a:p>
      </dgm:t>
    </dgm:pt>
    <dgm:pt modelId="{DD6DC588-E9B5-424D-AE7E-6C5523DB1AE7}" type="pres">
      <dgm:prSet presAssocID="{35B2C1C6-3000-4F46-BFA6-1F39028EA872}" presName="hierRoot2" presStyleCnt="0">
        <dgm:presLayoutVars>
          <dgm:hierBranch val="init"/>
        </dgm:presLayoutVars>
      </dgm:prSet>
      <dgm:spPr/>
    </dgm:pt>
    <dgm:pt modelId="{8E24089A-DD85-8C44-8EED-B9DE07E18E76}" type="pres">
      <dgm:prSet presAssocID="{35B2C1C6-3000-4F46-BFA6-1F39028EA872}" presName="rootComposite" presStyleCnt="0"/>
      <dgm:spPr/>
    </dgm:pt>
    <dgm:pt modelId="{7ABDD353-B701-3B4F-8489-4B3202396DB9}" type="pres">
      <dgm:prSet presAssocID="{35B2C1C6-3000-4F46-BFA6-1F39028EA872}" presName="rootText" presStyleLbl="node2" presStyleIdx="2" presStyleCnt="6">
        <dgm:presLayoutVars>
          <dgm:chPref val="3"/>
        </dgm:presLayoutVars>
      </dgm:prSet>
      <dgm:spPr/>
      <dgm:t>
        <a:bodyPr/>
        <a:lstStyle/>
        <a:p>
          <a:endParaRPr lang="en-US"/>
        </a:p>
      </dgm:t>
    </dgm:pt>
    <dgm:pt modelId="{0AC29E3C-0809-2842-8415-3082F008F75D}" type="pres">
      <dgm:prSet presAssocID="{35B2C1C6-3000-4F46-BFA6-1F39028EA872}" presName="rootConnector" presStyleLbl="node2" presStyleIdx="2" presStyleCnt="6"/>
      <dgm:spPr/>
      <dgm:t>
        <a:bodyPr/>
        <a:lstStyle/>
        <a:p>
          <a:endParaRPr lang="en-US"/>
        </a:p>
      </dgm:t>
    </dgm:pt>
    <dgm:pt modelId="{59C34E8A-7E6A-4D46-A5E6-EB0770D73DF9}" type="pres">
      <dgm:prSet presAssocID="{35B2C1C6-3000-4F46-BFA6-1F39028EA872}" presName="hierChild4" presStyleCnt="0"/>
      <dgm:spPr/>
    </dgm:pt>
    <dgm:pt modelId="{2EF9AF1D-0556-A046-A5BB-D43927806CB1}" type="pres">
      <dgm:prSet presAssocID="{29BE83C6-1C90-0F49-9595-507C440AE01C}" presName="Name37" presStyleLbl="parChTrans1D3" presStyleIdx="2" presStyleCnt="6"/>
      <dgm:spPr/>
      <dgm:t>
        <a:bodyPr/>
        <a:lstStyle/>
        <a:p>
          <a:endParaRPr lang="en-US"/>
        </a:p>
      </dgm:t>
    </dgm:pt>
    <dgm:pt modelId="{8E0F1136-5AF4-0448-BC16-74D7CD67D502}" type="pres">
      <dgm:prSet presAssocID="{FC379AFC-41B8-704C-9180-2F1A02E24E50}" presName="hierRoot2" presStyleCnt="0">
        <dgm:presLayoutVars>
          <dgm:hierBranch val="init"/>
        </dgm:presLayoutVars>
      </dgm:prSet>
      <dgm:spPr/>
    </dgm:pt>
    <dgm:pt modelId="{A39E4196-8E9F-944B-92B3-A78F1CC01F34}" type="pres">
      <dgm:prSet presAssocID="{FC379AFC-41B8-704C-9180-2F1A02E24E50}" presName="rootComposite" presStyleCnt="0"/>
      <dgm:spPr/>
    </dgm:pt>
    <dgm:pt modelId="{0300DE12-FFFE-DA42-8F87-F9A4067F28B5}" type="pres">
      <dgm:prSet presAssocID="{FC379AFC-41B8-704C-9180-2F1A02E24E50}" presName="rootText" presStyleLbl="node3" presStyleIdx="2" presStyleCnt="6">
        <dgm:presLayoutVars>
          <dgm:chPref val="3"/>
        </dgm:presLayoutVars>
      </dgm:prSet>
      <dgm:spPr/>
      <dgm:t>
        <a:bodyPr/>
        <a:lstStyle/>
        <a:p>
          <a:endParaRPr lang="en-US"/>
        </a:p>
      </dgm:t>
    </dgm:pt>
    <dgm:pt modelId="{E8234F65-EF53-9747-BECB-ED5C0CBDEDA7}" type="pres">
      <dgm:prSet presAssocID="{FC379AFC-41B8-704C-9180-2F1A02E24E50}" presName="rootConnector" presStyleLbl="node3" presStyleIdx="2" presStyleCnt="6"/>
      <dgm:spPr/>
      <dgm:t>
        <a:bodyPr/>
        <a:lstStyle/>
        <a:p>
          <a:endParaRPr lang="en-US"/>
        </a:p>
      </dgm:t>
    </dgm:pt>
    <dgm:pt modelId="{00D565B0-69EE-6443-95EF-30E34BE9941F}" type="pres">
      <dgm:prSet presAssocID="{FC379AFC-41B8-704C-9180-2F1A02E24E50}" presName="hierChild4" presStyleCnt="0"/>
      <dgm:spPr/>
    </dgm:pt>
    <dgm:pt modelId="{8838D5CC-9B93-934C-BED7-58818713932E}" type="pres">
      <dgm:prSet presAssocID="{FC379AFC-41B8-704C-9180-2F1A02E24E50}" presName="hierChild5" presStyleCnt="0"/>
      <dgm:spPr/>
    </dgm:pt>
    <dgm:pt modelId="{15C7C80A-5E28-6847-81FB-D0041C1813F7}" type="pres">
      <dgm:prSet presAssocID="{35B2C1C6-3000-4F46-BFA6-1F39028EA872}" presName="hierChild5" presStyleCnt="0"/>
      <dgm:spPr/>
    </dgm:pt>
    <dgm:pt modelId="{D943D1FD-EEFA-8E45-8A7D-FEDF4377A6C8}" type="pres">
      <dgm:prSet presAssocID="{2C836107-A582-5B4D-99BA-968B876FE9E3}" presName="Name37" presStyleLbl="parChTrans1D2" presStyleIdx="3" presStyleCnt="6"/>
      <dgm:spPr/>
      <dgm:t>
        <a:bodyPr/>
        <a:lstStyle/>
        <a:p>
          <a:endParaRPr lang="en-US"/>
        </a:p>
      </dgm:t>
    </dgm:pt>
    <dgm:pt modelId="{4E616F59-2BA0-254E-A484-F68DFC02D105}" type="pres">
      <dgm:prSet presAssocID="{8DD12884-B0DC-FF4D-B035-0983EB1092E1}" presName="hierRoot2" presStyleCnt="0">
        <dgm:presLayoutVars>
          <dgm:hierBranch val="init"/>
        </dgm:presLayoutVars>
      </dgm:prSet>
      <dgm:spPr/>
    </dgm:pt>
    <dgm:pt modelId="{E184F293-396E-1047-BC6A-72CAD27B77BD}" type="pres">
      <dgm:prSet presAssocID="{8DD12884-B0DC-FF4D-B035-0983EB1092E1}" presName="rootComposite" presStyleCnt="0"/>
      <dgm:spPr/>
    </dgm:pt>
    <dgm:pt modelId="{770810DE-2487-8646-AE9D-241A3D08F571}" type="pres">
      <dgm:prSet presAssocID="{8DD12884-B0DC-FF4D-B035-0983EB1092E1}" presName="rootText" presStyleLbl="node2" presStyleIdx="3" presStyleCnt="6">
        <dgm:presLayoutVars>
          <dgm:chPref val="3"/>
        </dgm:presLayoutVars>
      </dgm:prSet>
      <dgm:spPr/>
      <dgm:t>
        <a:bodyPr/>
        <a:lstStyle/>
        <a:p>
          <a:endParaRPr lang="en-US"/>
        </a:p>
      </dgm:t>
    </dgm:pt>
    <dgm:pt modelId="{FDF38D24-096F-D94F-8F9F-610C2EC0701F}" type="pres">
      <dgm:prSet presAssocID="{8DD12884-B0DC-FF4D-B035-0983EB1092E1}" presName="rootConnector" presStyleLbl="node2" presStyleIdx="3" presStyleCnt="6"/>
      <dgm:spPr/>
      <dgm:t>
        <a:bodyPr/>
        <a:lstStyle/>
        <a:p>
          <a:endParaRPr lang="en-US"/>
        </a:p>
      </dgm:t>
    </dgm:pt>
    <dgm:pt modelId="{731A631D-4622-BC4D-9EE4-88C13E0A55AC}" type="pres">
      <dgm:prSet presAssocID="{8DD12884-B0DC-FF4D-B035-0983EB1092E1}" presName="hierChild4" presStyleCnt="0"/>
      <dgm:spPr/>
    </dgm:pt>
    <dgm:pt modelId="{B0C04E32-CBF0-BA44-AD5C-2D6D35D9EC99}" type="pres">
      <dgm:prSet presAssocID="{808042B4-1A73-F54D-A460-C8089FEC9BE4}" presName="Name37" presStyleLbl="parChTrans1D3" presStyleIdx="3" presStyleCnt="6"/>
      <dgm:spPr/>
      <dgm:t>
        <a:bodyPr/>
        <a:lstStyle/>
        <a:p>
          <a:endParaRPr lang="en-US"/>
        </a:p>
      </dgm:t>
    </dgm:pt>
    <dgm:pt modelId="{8DD6F9B8-FE0D-2147-980B-519DD3DA4377}" type="pres">
      <dgm:prSet presAssocID="{71DA4EC7-C626-8A40-95D0-F5AC56FDC208}" presName="hierRoot2" presStyleCnt="0">
        <dgm:presLayoutVars>
          <dgm:hierBranch val="init"/>
        </dgm:presLayoutVars>
      </dgm:prSet>
      <dgm:spPr/>
    </dgm:pt>
    <dgm:pt modelId="{2BC893E5-2BB0-9A48-A2F6-AA87FFD95C19}" type="pres">
      <dgm:prSet presAssocID="{71DA4EC7-C626-8A40-95D0-F5AC56FDC208}" presName="rootComposite" presStyleCnt="0"/>
      <dgm:spPr/>
    </dgm:pt>
    <dgm:pt modelId="{4E85A180-0502-3D44-ABE1-B8A535EE2222}" type="pres">
      <dgm:prSet presAssocID="{71DA4EC7-C626-8A40-95D0-F5AC56FDC208}" presName="rootText" presStyleLbl="node3" presStyleIdx="3" presStyleCnt="6">
        <dgm:presLayoutVars>
          <dgm:chPref val="3"/>
        </dgm:presLayoutVars>
      </dgm:prSet>
      <dgm:spPr/>
      <dgm:t>
        <a:bodyPr/>
        <a:lstStyle/>
        <a:p>
          <a:endParaRPr lang="en-US"/>
        </a:p>
      </dgm:t>
    </dgm:pt>
    <dgm:pt modelId="{9673B5A6-FC81-0441-9A42-BFA47FC6B628}" type="pres">
      <dgm:prSet presAssocID="{71DA4EC7-C626-8A40-95D0-F5AC56FDC208}" presName="rootConnector" presStyleLbl="node3" presStyleIdx="3" presStyleCnt="6"/>
      <dgm:spPr/>
      <dgm:t>
        <a:bodyPr/>
        <a:lstStyle/>
        <a:p>
          <a:endParaRPr lang="en-US"/>
        </a:p>
      </dgm:t>
    </dgm:pt>
    <dgm:pt modelId="{3415049D-3EC2-7C41-B35D-DA39C02E87D1}" type="pres">
      <dgm:prSet presAssocID="{71DA4EC7-C626-8A40-95D0-F5AC56FDC208}" presName="hierChild4" presStyleCnt="0"/>
      <dgm:spPr/>
    </dgm:pt>
    <dgm:pt modelId="{90BC4BFB-0DE5-0E4E-B39C-BBFDE4B1884F}" type="pres">
      <dgm:prSet presAssocID="{71DA4EC7-C626-8A40-95D0-F5AC56FDC208}" presName="hierChild5" presStyleCnt="0"/>
      <dgm:spPr/>
    </dgm:pt>
    <dgm:pt modelId="{DA57E81C-F986-1B4B-A097-19C0D3292B14}" type="pres">
      <dgm:prSet presAssocID="{8DD12884-B0DC-FF4D-B035-0983EB1092E1}" presName="hierChild5" presStyleCnt="0"/>
      <dgm:spPr/>
    </dgm:pt>
    <dgm:pt modelId="{8A2535B9-F127-DC4A-84AE-37C2A8B1AABB}" type="pres">
      <dgm:prSet presAssocID="{5A96CB5E-9CC8-0242-A76D-BB0761960042}" presName="Name37" presStyleLbl="parChTrans1D2" presStyleIdx="4" presStyleCnt="6"/>
      <dgm:spPr/>
      <dgm:t>
        <a:bodyPr/>
        <a:lstStyle/>
        <a:p>
          <a:endParaRPr lang="en-US"/>
        </a:p>
      </dgm:t>
    </dgm:pt>
    <dgm:pt modelId="{AAA95067-7460-654D-B9B2-774716ABD780}" type="pres">
      <dgm:prSet presAssocID="{804E7BC4-F2FB-B04C-ACD2-7E8203B468EF}" presName="hierRoot2" presStyleCnt="0">
        <dgm:presLayoutVars>
          <dgm:hierBranch val="init"/>
        </dgm:presLayoutVars>
      </dgm:prSet>
      <dgm:spPr/>
    </dgm:pt>
    <dgm:pt modelId="{58B41A70-356B-D446-A1EF-10B64C1F9068}" type="pres">
      <dgm:prSet presAssocID="{804E7BC4-F2FB-B04C-ACD2-7E8203B468EF}" presName="rootComposite" presStyleCnt="0"/>
      <dgm:spPr/>
    </dgm:pt>
    <dgm:pt modelId="{062820F5-85D4-B046-B0F6-77434EF2365A}" type="pres">
      <dgm:prSet presAssocID="{804E7BC4-F2FB-B04C-ACD2-7E8203B468EF}" presName="rootText" presStyleLbl="node2" presStyleIdx="4" presStyleCnt="6">
        <dgm:presLayoutVars>
          <dgm:chPref val="3"/>
        </dgm:presLayoutVars>
      </dgm:prSet>
      <dgm:spPr/>
      <dgm:t>
        <a:bodyPr/>
        <a:lstStyle/>
        <a:p>
          <a:endParaRPr lang="en-US"/>
        </a:p>
      </dgm:t>
    </dgm:pt>
    <dgm:pt modelId="{0DD04873-8C61-0446-A7EB-46B95C034E2F}" type="pres">
      <dgm:prSet presAssocID="{804E7BC4-F2FB-B04C-ACD2-7E8203B468EF}" presName="rootConnector" presStyleLbl="node2" presStyleIdx="4" presStyleCnt="6"/>
      <dgm:spPr/>
      <dgm:t>
        <a:bodyPr/>
        <a:lstStyle/>
        <a:p>
          <a:endParaRPr lang="en-US"/>
        </a:p>
      </dgm:t>
    </dgm:pt>
    <dgm:pt modelId="{9402FFD8-FA74-854D-B40C-ADFD81619B23}" type="pres">
      <dgm:prSet presAssocID="{804E7BC4-F2FB-B04C-ACD2-7E8203B468EF}" presName="hierChild4" presStyleCnt="0"/>
      <dgm:spPr/>
    </dgm:pt>
    <dgm:pt modelId="{BBF16D12-2902-5344-91D0-ACD4448D01E2}" type="pres">
      <dgm:prSet presAssocID="{54D1E2D6-1840-B14F-9055-3C0F85AF8C1F}" presName="Name37" presStyleLbl="parChTrans1D3" presStyleIdx="4" presStyleCnt="6"/>
      <dgm:spPr/>
      <dgm:t>
        <a:bodyPr/>
        <a:lstStyle/>
        <a:p>
          <a:endParaRPr lang="en-US"/>
        </a:p>
      </dgm:t>
    </dgm:pt>
    <dgm:pt modelId="{B6DC2FE3-7722-9A4B-BD1E-0BC8F5A89B2E}" type="pres">
      <dgm:prSet presAssocID="{DD6A6C4C-9702-DF4D-9BDE-35836F03FFB1}" presName="hierRoot2" presStyleCnt="0">
        <dgm:presLayoutVars>
          <dgm:hierBranch val="init"/>
        </dgm:presLayoutVars>
      </dgm:prSet>
      <dgm:spPr/>
    </dgm:pt>
    <dgm:pt modelId="{2666E334-6BD7-4342-ADED-8034F40D4DFD}" type="pres">
      <dgm:prSet presAssocID="{DD6A6C4C-9702-DF4D-9BDE-35836F03FFB1}" presName="rootComposite" presStyleCnt="0"/>
      <dgm:spPr/>
    </dgm:pt>
    <dgm:pt modelId="{07FE03E3-D862-F245-843C-CAF3AE604D68}" type="pres">
      <dgm:prSet presAssocID="{DD6A6C4C-9702-DF4D-9BDE-35836F03FFB1}" presName="rootText" presStyleLbl="node3" presStyleIdx="4" presStyleCnt="6">
        <dgm:presLayoutVars>
          <dgm:chPref val="3"/>
        </dgm:presLayoutVars>
      </dgm:prSet>
      <dgm:spPr/>
      <dgm:t>
        <a:bodyPr/>
        <a:lstStyle/>
        <a:p>
          <a:endParaRPr lang="en-US"/>
        </a:p>
      </dgm:t>
    </dgm:pt>
    <dgm:pt modelId="{CB1E2112-0F81-694F-BB8C-7B1DE71CEFCE}" type="pres">
      <dgm:prSet presAssocID="{DD6A6C4C-9702-DF4D-9BDE-35836F03FFB1}" presName="rootConnector" presStyleLbl="node3" presStyleIdx="4" presStyleCnt="6"/>
      <dgm:spPr/>
      <dgm:t>
        <a:bodyPr/>
        <a:lstStyle/>
        <a:p>
          <a:endParaRPr lang="en-US"/>
        </a:p>
      </dgm:t>
    </dgm:pt>
    <dgm:pt modelId="{BF5C49E1-6E2E-C64F-BA11-87182269ED99}" type="pres">
      <dgm:prSet presAssocID="{DD6A6C4C-9702-DF4D-9BDE-35836F03FFB1}" presName="hierChild4" presStyleCnt="0"/>
      <dgm:spPr/>
    </dgm:pt>
    <dgm:pt modelId="{A9677349-7A00-EE4C-84A4-22829E0C9A0E}" type="pres">
      <dgm:prSet presAssocID="{DD6A6C4C-9702-DF4D-9BDE-35836F03FFB1}" presName="hierChild5" presStyleCnt="0"/>
      <dgm:spPr/>
    </dgm:pt>
    <dgm:pt modelId="{9ECEC845-0006-4A4E-BD33-42AFDC624480}" type="pres">
      <dgm:prSet presAssocID="{804E7BC4-F2FB-B04C-ACD2-7E8203B468EF}" presName="hierChild5" presStyleCnt="0"/>
      <dgm:spPr/>
    </dgm:pt>
    <dgm:pt modelId="{6D00DBA5-C0E5-0A48-AEFC-C195B684F9CA}" type="pres">
      <dgm:prSet presAssocID="{5EE83B19-64E1-0049-83AA-7CFB0900ACD7}" presName="Name37" presStyleLbl="parChTrans1D2" presStyleIdx="5" presStyleCnt="6"/>
      <dgm:spPr/>
      <dgm:t>
        <a:bodyPr/>
        <a:lstStyle/>
        <a:p>
          <a:endParaRPr lang="en-US"/>
        </a:p>
      </dgm:t>
    </dgm:pt>
    <dgm:pt modelId="{806C2829-A3B5-B147-BEEF-10319E916B5E}" type="pres">
      <dgm:prSet presAssocID="{EF54724D-15F1-CD49-BEF9-63D84CAD7931}" presName="hierRoot2" presStyleCnt="0">
        <dgm:presLayoutVars>
          <dgm:hierBranch val="init"/>
        </dgm:presLayoutVars>
      </dgm:prSet>
      <dgm:spPr/>
    </dgm:pt>
    <dgm:pt modelId="{8DF0FF7B-2B92-A748-91BC-E40157D44819}" type="pres">
      <dgm:prSet presAssocID="{EF54724D-15F1-CD49-BEF9-63D84CAD7931}" presName="rootComposite" presStyleCnt="0"/>
      <dgm:spPr/>
    </dgm:pt>
    <dgm:pt modelId="{E714704B-303A-984C-A41A-E04BF8B37596}" type="pres">
      <dgm:prSet presAssocID="{EF54724D-15F1-CD49-BEF9-63D84CAD7931}" presName="rootText" presStyleLbl="node2" presStyleIdx="5" presStyleCnt="6">
        <dgm:presLayoutVars>
          <dgm:chPref val="3"/>
        </dgm:presLayoutVars>
      </dgm:prSet>
      <dgm:spPr/>
      <dgm:t>
        <a:bodyPr/>
        <a:lstStyle/>
        <a:p>
          <a:endParaRPr lang="en-US"/>
        </a:p>
      </dgm:t>
    </dgm:pt>
    <dgm:pt modelId="{07BBC150-80D7-0247-A506-7CE8F8A51D6C}" type="pres">
      <dgm:prSet presAssocID="{EF54724D-15F1-CD49-BEF9-63D84CAD7931}" presName="rootConnector" presStyleLbl="node2" presStyleIdx="5" presStyleCnt="6"/>
      <dgm:spPr/>
      <dgm:t>
        <a:bodyPr/>
        <a:lstStyle/>
        <a:p>
          <a:endParaRPr lang="en-US"/>
        </a:p>
      </dgm:t>
    </dgm:pt>
    <dgm:pt modelId="{C66F5005-6894-5F40-B472-BDA5CFF1304F}" type="pres">
      <dgm:prSet presAssocID="{EF54724D-15F1-CD49-BEF9-63D84CAD7931}" presName="hierChild4" presStyleCnt="0"/>
      <dgm:spPr/>
    </dgm:pt>
    <dgm:pt modelId="{C4478756-CAB3-CD41-989A-B80BC85FF929}" type="pres">
      <dgm:prSet presAssocID="{50BA274A-7385-BC45-8F44-AC5360941B1E}" presName="Name37" presStyleLbl="parChTrans1D3" presStyleIdx="5" presStyleCnt="6"/>
      <dgm:spPr/>
      <dgm:t>
        <a:bodyPr/>
        <a:lstStyle/>
        <a:p>
          <a:endParaRPr lang="en-US"/>
        </a:p>
      </dgm:t>
    </dgm:pt>
    <dgm:pt modelId="{06D8F5C7-8227-5F47-A530-5DE87679B8FD}" type="pres">
      <dgm:prSet presAssocID="{4FD30684-19A4-4B4C-B785-50D1A0E501FF}" presName="hierRoot2" presStyleCnt="0">
        <dgm:presLayoutVars>
          <dgm:hierBranch val="init"/>
        </dgm:presLayoutVars>
      </dgm:prSet>
      <dgm:spPr/>
    </dgm:pt>
    <dgm:pt modelId="{13ED2171-A175-B54C-B435-ADFA7749E6DC}" type="pres">
      <dgm:prSet presAssocID="{4FD30684-19A4-4B4C-B785-50D1A0E501FF}" presName="rootComposite" presStyleCnt="0"/>
      <dgm:spPr/>
    </dgm:pt>
    <dgm:pt modelId="{CC95B4E5-DB96-A44F-BB10-E943FA5D9FEF}" type="pres">
      <dgm:prSet presAssocID="{4FD30684-19A4-4B4C-B785-50D1A0E501FF}" presName="rootText" presStyleLbl="node3" presStyleIdx="5" presStyleCnt="6">
        <dgm:presLayoutVars>
          <dgm:chPref val="3"/>
        </dgm:presLayoutVars>
      </dgm:prSet>
      <dgm:spPr/>
      <dgm:t>
        <a:bodyPr/>
        <a:lstStyle/>
        <a:p>
          <a:endParaRPr lang="en-US"/>
        </a:p>
      </dgm:t>
    </dgm:pt>
    <dgm:pt modelId="{AED4A142-2363-B943-BB8B-E08330A704F7}" type="pres">
      <dgm:prSet presAssocID="{4FD30684-19A4-4B4C-B785-50D1A0E501FF}" presName="rootConnector" presStyleLbl="node3" presStyleIdx="5" presStyleCnt="6"/>
      <dgm:spPr/>
      <dgm:t>
        <a:bodyPr/>
        <a:lstStyle/>
        <a:p>
          <a:endParaRPr lang="en-US"/>
        </a:p>
      </dgm:t>
    </dgm:pt>
    <dgm:pt modelId="{2D5C546D-4704-F849-BF84-687C22527F6F}" type="pres">
      <dgm:prSet presAssocID="{4FD30684-19A4-4B4C-B785-50D1A0E501FF}" presName="hierChild4" presStyleCnt="0"/>
      <dgm:spPr/>
    </dgm:pt>
    <dgm:pt modelId="{F9DDB989-1CF4-DD48-B106-2E3FCDBD7B69}" type="pres">
      <dgm:prSet presAssocID="{4FD30684-19A4-4B4C-B785-50D1A0E501FF}" presName="hierChild5" presStyleCnt="0"/>
      <dgm:spPr/>
    </dgm:pt>
    <dgm:pt modelId="{420B9DDF-59D1-414C-8606-34700FCE5324}" type="pres">
      <dgm:prSet presAssocID="{EF54724D-15F1-CD49-BEF9-63D84CAD7931}" presName="hierChild5" presStyleCnt="0"/>
      <dgm:spPr/>
    </dgm:pt>
    <dgm:pt modelId="{5148152A-E9CE-8E49-B244-D2ACA1450134}" type="pres">
      <dgm:prSet presAssocID="{A747FB13-E23E-C044-9368-C6AE936AF67F}" presName="hierChild3" presStyleCnt="0"/>
      <dgm:spPr/>
    </dgm:pt>
  </dgm:ptLst>
  <dgm:cxnLst>
    <dgm:cxn modelId="{D0ED5B83-03BB-D74D-83BE-0261A468D102}" srcId="{804E7BC4-F2FB-B04C-ACD2-7E8203B468EF}" destId="{DD6A6C4C-9702-DF4D-9BDE-35836F03FFB1}" srcOrd="0" destOrd="0" parTransId="{54D1E2D6-1840-B14F-9055-3C0F85AF8C1F}" sibTransId="{59EC4B48-7DAC-D746-8AD2-8B118693E6D4}"/>
    <dgm:cxn modelId="{35D39EBB-2D97-C54B-B929-5BE343ED5502}" type="presOf" srcId="{FC379AFC-41B8-704C-9180-2F1A02E24E50}" destId="{E8234F65-EF53-9747-BECB-ED5C0CBDEDA7}" srcOrd="1" destOrd="0" presId="urn:microsoft.com/office/officeart/2005/8/layout/orgChart1"/>
    <dgm:cxn modelId="{C2C436BD-48DB-9742-8E44-75FD9C63CAF8}" type="presOf" srcId="{152073BA-A338-9746-BB86-16449728E14E}" destId="{86588EB7-51F9-4F4A-AC30-E71926B4F340}" srcOrd="0" destOrd="0" presId="urn:microsoft.com/office/officeart/2005/8/layout/orgChart1"/>
    <dgm:cxn modelId="{CAF70FA6-6FA3-A344-AE0C-8BCAF00BC605}" type="presOf" srcId="{F6F3D424-523E-BC4E-813F-7E0CE86A1426}" destId="{EFAE1BFC-A2F3-D542-A5E6-471E6FBED4A0}" srcOrd="0" destOrd="0" presId="urn:microsoft.com/office/officeart/2005/8/layout/orgChart1"/>
    <dgm:cxn modelId="{6EDF4EE0-A87A-C445-A635-E5971FD618C3}" type="presOf" srcId="{50BA274A-7385-BC45-8F44-AC5360941B1E}" destId="{C4478756-CAB3-CD41-989A-B80BC85FF929}" srcOrd="0" destOrd="0" presId="urn:microsoft.com/office/officeart/2005/8/layout/orgChart1"/>
    <dgm:cxn modelId="{90DFFE06-C449-CC47-BEA0-119AF2D3EC9E}" type="presOf" srcId="{71DA4EC7-C626-8A40-95D0-F5AC56FDC208}" destId="{4E85A180-0502-3D44-ABE1-B8A535EE2222}" srcOrd="0" destOrd="0" presId="urn:microsoft.com/office/officeart/2005/8/layout/orgChart1"/>
    <dgm:cxn modelId="{B531313C-40E2-7041-926E-AF8BA2AE5D74}" type="presOf" srcId="{7773EEC3-A0AD-9944-A94B-27C51EDD41A4}" destId="{4308C9AB-FD0E-4F41-891B-B48DAC78DF5E}" srcOrd="0" destOrd="0" presId="urn:microsoft.com/office/officeart/2005/8/layout/orgChart1"/>
    <dgm:cxn modelId="{A911B4E7-DD00-8B4E-A083-0A356F7935E5}" type="presOf" srcId="{808042B4-1A73-F54D-A460-C8089FEC9BE4}" destId="{B0C04E32-CBF0-BA44-AD5C-2D6D35D9EC99}" srcOrd="0" destOrd="0" presId="urn:microsoft.com/office/officeart/2005/8/layout/orgChart1"/>
    <dgm:cxn modelId="{A2F0E517-23EB-2740-B1B8-06F2D2E0DB01}" type="presOf" srcId="{EF54724D-15F1-CD49-BEF9-63D84CAD7931}" destId="{07BBC150-80D7-0247-A506-7CE8F8A51D6C}" srcOrd="1" destOrd="0" presId="urn:microsoft.com/office/officeart/2005/8/layout/orgChart1"/>
    <dgm:cxn modelId="{BDAA7E2F-2773-F24A-B083-3F169BD4A49B}" srcId="{A747FB13-E23E-C044-9368-C6AE936AF67F}" destId="{8DD12884-B0DC-FF4D-B035-0983EB1092E1}" srcOrd="3" destOrd="0" parTransId="{2C836107-A582-5B4D-99BA-968B876FE9E3}" sibTransId="{1BA5BE7F-5809-FA45-95E0-BB077DB5C777}"/>
    <dgm:cxn modelId="{265147E7-6959-F648-988E-E0E9F6CF6D92}" type="presOf" srcId="{E0F60BDE-F741-0743-A0D5-CCBE50BD4902}" destId="{B17A4220-013D-1B4F-A00F-A299B64C742B}" srcOrd="1" destOrd="0" presId="urn:microsoft.com/office/officeart/2005/8/layout/orgChart1"/>
    <dgm:cxn modelId="{FE2B1DEE-E596-2448-B77E-700976564F2F}" srcId="{7773EEC3-A0AD-9944-A94B-27C51EDD41A4}" destId="{A747FB13-E23E-C044-9368-C6AE936AF67F}" srcOrd="0" destOrd="0" parTransId="{C7ED8F8A-C39F-804A-B6D9-560F83F2666E}" sibTransId="{C56C21C3-9560-C044-AB35-9A19FB332D5D}"/>
    <dgm:cxn modelId="{445C6F11-A924-2C4D-8D93-776CF0F1610B}" type="presOf" srcId="{71DA4EC7-C626-8A40-95D0-F5AC56FDC208}" destId="{9673B5A6-FC81-0441-9A42-BFA47FC6B628}" srcOrd="1" destOrd="0" presId="urn:microsoft.com/office/officeart/2005/8/layout/orgChart1"/>
    <dgm:cxn modelId="{95637486-82C6-684F-9F78-D80481DB604A}" srcId="{A747FB13-E23E-C044-9368-C6AE936AF67F}" destId="{EF54724D-15F1-CD49-BEF9-63D84CAD7931}" srcOrd="5" destOrd="0" parTransId="{5EE83B19-64E1-0049-83AA-7CFB0900ACD7}" sibTransId="{F53CA4F3-20D1-164E-A0BF-B28D1D2DB232}"/>
    <dgm:cxn modelId="{4B24B8C3-40F3-BF41-83C8-A2A7E4C39A15}" type="presOf" srcId="{8DD12884-B0DC-FF4D-B035-0983EB1092E1}" destId="{770810DE-2487-8646-AE9D-241A3D08F571}" srcOrd="0" destOrd="0" presId="urn:microsoft.com/office/officeart/2005/8/layout/orgChart1"/>
    <dgm:cxn modelId="{9E46BED6-97A3-8F4A-9630-8F3BF4CB1189}" type="presOf" srcId="{FC379AFC-41B8-704C-9180-2F1A02E24E50}" destId="{0300DE12-FFFE-DA42-8F87-F9A4067F28B5}" srcOrd="0" destOrd="0" presId="urn:microsoft.com/office/officeart/2005/8/layout/orgChart1"/>
    <dgm:cxn modelId="{29B8C18D-BCD0-B346-B831-99E520B2A2FC}" type="presOf" srcId="{7F6BEAAA-8290-9C44-BC13-832F08DF48D0}" destId="{C543D299-745C-A349-B7B6-7C360B27859F}" srcOrd="1" destOrd="0" presId="urn:microsoft.com/office/officeart/2005/8/layout/orgChart1"/>
    <dgm:cxn modelId="{46450221-DE83-9048-8A50-A6DA9FD191E5}" type="presOf" srcId="{BDC18B8E-ADFF-A746-9831-84C6F8ABAF7D}" destId="{FF15FD57-175C-2A43-B607-DA36908FE4CF}" srcOrd="0" destOrd="0" presId="urn:microsoft.com/office/officeart/2005/8/layout/orgChart1"/>
    <dgm:cxn modelId="{6BF0607B-8670-314E-BCAA-58A22C6DDF3C}" srcId="{35B2C1C6-3000-4F46-BFA6-1F39028EA872}" destId="{FC379AFC-41B8-704C-9180-2F1A02E24E50}" srcOrd="0" destOrd="0" parTransId="{29BE83C6-1C90-0F49-9595-507C440AE01C}" sibTransId="{48D82276-FA40-0D4F-84EF-16D65E4DF546}"/>
    <dgm:cxn modelId="{6DCF5360-F5F1-7744-A6B4-D484BBA8C520}" type="presOf" srcId="{5EE83B19-64E1-0049-83AA-7CFB0900ACD7}" destId="{6D00DBA5-C0E5-0A48-AEFC-C195B684F9CA}" srcOrd="0" destOrd="0" presId="urn:microsoft.com/office/officeart/2005/8/layout/orgChart1"/>
    <dgm:cxn modelId="{70C157D2-648A-4443-A516-F49FF997D472}" type="presOf" srcId="{DD6A6C4C-9702-DF4D-9BDE-35836F03FFB1}" destId="{07FE03E3-D862-F245-843C-CAF3AE604D68}" srcOrd="0" destOrd="0" presId="urn:microsoft.com/office/officeart/2005/8/layout/orgChart1"/>
    <dgm:cxn modelId="{162BFA93-C4AA-5B48-8217-C4A78AA49EA3}" srcId="{EF54724D-15F1-CD49-BEF9-63D84CAD7931}" destId="{4FD30684-19A4-4B4C-B785-50D1A0E501FF}" srcOrd="0" destOrd="0" parTransId="{50BA274A-7385-BC45-8F44-AC5360941B1E}" sibTransId="{1EAF4EAE-97E0-864A-B9CF-0C195F4CBBC1}"/>
    <dgm:cxn modelId="{33DDF458-F367-2B4E-BBA1-4D08F12CE397}" type="presOf" srcId="{29BE83C6-1C90-0F49-9595-507C440AE01C}" destId="{2EF9AF1D-0556-A046-A5BB-D43927806CB1}" srcOrd="0" destOrd="0" presId="urn:microsoft.com/office/officeart/2005/8/layout/orgChart1"/>
    <dgm:cxn modelId="{0139B124-CF35-D04C-AEAA-93A7B52E17E0}" type="presOf" srcId="{C26EE275-E7D7-A940-89F2-0C0D538C6205}" destId="{2ABA7054-FBB3-6041-9A36-19664CBA5FE2}" srcOrd="1" destOrd="0" presId="urn:microsoft.com/office/officeart/2005/8/layout/orgChart1"/>
    <dgm:cxn modelId="{99EBA783-0529-0C44-B827-3F338CE25494}" type="presOf" srcId="{5A96CB5E-9CC8-0242-A76D-BB0761960042}" destId="{8A2535B9-F127-DC4A-84AE-37C2A8B1AABB}" srcOrd="0" destOrd="0" presId="urn:microsoft.com/office/officeart/2005/8/layout/orgChart1"/>
    <dgm:cxn modelId="{B2C03FF5-A607-2243-9490-84441B029F42}" type="presOf" srcId="{EF54724D-15F1-CD49-BEF9-63D84CAD7931}" destId="{E714704B-303A-984C-A41A-E04BF8B37596}" srcOrd="0" destOrd="0" presId="urn:microsoft.com/office/officeart/2005/8/layout/orgChart1"/>
    <dgm:cxn modelId="{AE4B4094-3F31-2443-AB13-1296C1E0EAE5}" srcId="{7F6BEAAA-8290-9C44-BC13-832F08DF48D0}" destId="{C26EE275-E7D7-A940-89F2-0C0D538C6205}" srcOrd="0" destOrd="0" parTransId="{26848449-9B3C-D647-A17B-3F404C9D9E06}" sibTransId="{E14BB1C3-2979-DA46-B7EB-E554A97FB92F}"/>
    <dgm:cxn modelId="{062867A1-215C-4444-BC08-C337F8800B5A}" type="presOf" srcId="{35B2C1C6-3000-4F46-BFA6-1F39028EA872}" destId="{0AC29E3C-0809-2842-8415-3082F008F75D}" srcOrd="1" destOrd="0" presId="urn:microsoft.com/office/officeart/2005/8/layout/orgChart1"/>
    <dgm:cxn modelId="{1552C8C2-8496-614C-80FC-DE06BB805C75}" type="presOf" srcId="{4FD30684-19A4-4B4C-B785-50D1A0E501FF}" destId="{AED4A142-2363-B943-BB8B-E08330A704F7}" srcOrd="1" destOrd="0" presId="urn:microsoft.com/office/officeart/2005/8/layout/orgChart1"/>
    <dgm:cxn modelId="{E0AC12BF-AB00-0E41-99B4-19DED5201694}" type="presOf" srcId="{A747FB13-E23E-C044-9368-C6AE936AF67F}" destId="{6632906C-D9B0-C64F-B1E8-DCDA10434C84}" srcOrd="0" destOrd="0" presId="urn:microsoft.com/office/officeart/2005/8/layout/orgChart1"/>
    <dgm:cxn modelId="{6C064436-AD6C-A244-B7F6-54CCDFDB8FE6}" srcId="{A747FB13-E23E-C044-9368-C6AE936AF67F}" destId="{35B2C1C6-3000-4F46-BFA6-1F39028EA872}" srcOrd="2" destOrd="0" parTransId="{152073BA-A338-9746-BB86-16449728E14E}" sibTransId="{74A59194-EF6F-374A-8E91-049E50D5EBC5}"/>
    <dgm:cxn modelId="{417C5A7D-3500-C64B-8155-83641B6C8290}" type="presOf" srcId="{A747FB13-E23E-C044-9368-C6AE936AF67F}" destId="{376AD8EB-6915-4F41-A04D-2CB67D6C8D71}" srcOrd="1" destOrd="0" presId="urn:microsoft.com/office/officeart/2005/8/layout/orgChart1"/>
    <dgm:cxn modelId="{533B186D-F6A5-5B41-862D-3347650825D6}" type="presOf" srcId="{804E7BC4-F2FB-B04C-ACD2-7E8203B468EF}" destId="{0DD04873-8C61-0446-A7EB-46B95C034E2F}" srcOrd="1" destOrd="0" presId="urn:microsoft.com/office/officeart/2005/8/layout/orgChart1"/>
    <dgm:cxn modelId="{A4F51473-220A-EB45-A8E0-010BF3EFB0EF}" srcId="{A747FB13-E23E-C044-9368-C6AE936AF67F}" destId="{7F6BEAAA-8290-9C44-BC13-832F08DF48D0}" srcOrd="0" destOrd="0" parTransId="{B0EFAFBA-A8BE-E74C-9900-9A8D0790221B}" sibTransId="{FD3283FD-2A62-B245-8BA7-2F6BA4139049}"/>
    <dgm:cxn modelId="{4EE84C37-B41D-B645-970E-D9390414501A}" type="presOf" srcId="{B0EFAFBA-A8BE-E74C-9900-9A8D0790221B}" destId="{F52B4C1F-A230-6B4D-8E51-ACEC1D10079D}" srcOrd="0" destOrd="0" presId="urn:microsoft.com/office/officeart/2005/8/layout/orgChart1"/>
    <dgm:cxn modelId="{802459DA-B3D6-8E4A-903F-EF640CE2A8D3}" type="presOf" srcId="{E0F60BDE-F741-0743-A0D5-CCBE50BD4902}" destId="{04A231BA-1129-ED44-BD43-7A1485DE2009}" srcOrd="0" destOrd="0" presId="urn:microsoft.com/office/officeart/2005/8/layout/orgChart1"/>
    <dgm:cxn modelId="{6EC5F443-BD7B-6549-A700-D3DDC4DF5E43}" type="presOf" srcId="{C26EE275-E7D7-A940-89F2-0C0D538C6205}" destId="{E2607E5A-6119-F347-B800-EEAB22C0F42B}" srcOrd="0" destOrd="0" presId="urn:microsoft.com/office/officeart/2005/8/layout/orgChart1"/>
    <dgm:cxn modelId="{A6C1D6B5-764C-1841-A53F-3A6E19411BB8}" type="presOf" srcId="{8E44B3E9-DD83-5F49-9F51-8C4C6BBD86F2}" destId="{0BED6261-C7F9-014C-BD28-A99311D786C1}" srcOrd="1" destOrd="0" presId="urn:microsoft.com/office/officeart/2005/8/layout/orgChart1"/>
    <dgm:cxn modelId="{28B1D8A4-6C90-0E41-A7C3-B63FF446CD9D}" type="presOf" srcId="{8DD12884-B0DC-FF4D-B035-0983EB1092E1}" destId="{FDF38D24-096F-D94F-8F9F-610C2EC0701F}" srcOrd="1" destOrd="0" presId="urn:microsoft.com/office/officeart/2005/8/layout/orgChart1"/>
    <dgm:cxn modelId="{D748D364-605D-8145-8295-592324E2AD1F}" type="presOf" srcId="{804E7BC4-F2FB-B04C-ACD2-7E8203B468EF}" destId="{062820F5-85D4-B046-B0F6-77434EF2365A}" srcOrd="0" destOrd="0" presId="urn:microsoft.com/office/officeart/2005/8/layout/orgChart1"/>
    <dgm:cxn modelId="{C39CB880-9B1E-1145-9DB9-7FE5F8C124F3}" type="presOf" srcId="{35B2C1C6-3000-4F46-BFA6-1F39028EA872}" destId="{7ABDD353-B701-3B4F-8489-4B3202396DB9}" srcOrd="0" destOrd="0" presId="urn:microsoft.com/office/officeart/2005/8/layout/orgChart1"/>
    <dgm:cxn modelId="{A550CB75-62A0-124B-B144-A9BCEC5295F5}" srcId="{A747FB13-E23E-C044-9368-C6AE936AF67F}" destId="{804E7BC4-F2FB-B04C-ACD2-7E8203B468EF}" srcOrd="4" destOrd="0" parTransId="{5A96CB5E-9CC8-0242-A76D-BB0761960042}" sibTransId="{DE44128A-0F65-974E-A83A-16048841FB98}"/>
    <dgm:cxn modelId="{1091DD6B-3079-8F4C-BFBF-39B3D8DC38B7}" srcId="{A747FB13-E23E-C044-9368-C6AE936AF67F}" destId="{8E44B3E9-DD83-5F49-9F51-8C4C6BBD86F2}" srcOrd="1" destOrd="0" parTransId="{F6F3D424-523E-BC4E-813F-7E0CE86A1426}" sibTransId="{89D7F6CD-29AF-E44F-BB04-62481FC308B0}"/>
    <dgm:cxn modelId="{C87A7407-AFDD-D540-ACFB-48F72AA9A8F7}" type="presOf" srcId="{54D1E2D6-1840-B14F-9055-3C0F85AF8C1F}" destId="{BBF16D12-2902-5344-91D0-ACD4448D01E2}" srcOrd="0" destOrd="0" presId="urn:microsoft.com/office/officeart/2005/8/layout/orgChart1"/>
    <dgm:cxn modelId="{95F38539-F2BA-F946-8B98-CB51692D755E}" type="presOf" srcId="{8E44B3E9-DD83-5F49-9F51-8C4C6BBD86F2}" destId="{E73143BC-3444-6248-A459-A25DFFA0D346}" srcOrd="0" destOrd="0" presId="urn:microsoft.com/office/officeart/2005/8/layout/orgChart1"/>
    <dgm:cxn modelId="{38024D63-9FA5-4446-A81D-0648AB73B896}" type="presOf" srcId="{2C836107-A582-5B4D-99BA-968B876FE9E3}" destId="{D943D1FD-EEFA-8E45-8A7D-FEDF4377A6C8}" srcOrd="0" destOrd="0" presId="urn:microsoft.com/office/officeart/2005/8/layout/orgChart1"/>
    <dgm:cxn modelId="{47E5C400-37A4-0346-A22D-8FDAC0B97557}" srcId="{8E44B3E9-DD83-5F49-9F51-8C4C6BBD86F2}" destId="{E0F60BDE-F741-0743-A0D5-CCBE50BD4902}" srcOrd="0" destOrd="0" parTransId="{BDC18B8E-ADFF-A746-9831-84C6F8ABAF7D}" sibTransId="{4A595477-3A2E-C34C-8C23-4AE6A319B058}"/>
    <dgm:cxn modelId="{6923C088-DC08-504F-AA61-35F6B86CD66A}" type="presOf" srcId="{26848449-9B3C-D647-A17B-3F404C9D9E06}" destId="{36DF31BB-75EE-974C-B3FD-2BDA1EA9D15A}" srcOrd="0" destOrd="0" presId="urn:microsoft.com/office/officeart/2005/8/layout/orgChart1"/>
    <dgm:cxn modelId="{BD955271-0A7D-D04C-8ECA-2283C52CF3E5}" type="presOf" srcId="{7F6BEAAA-8290-9C44-BC13-832F08DF48D0}" destId="{8CB3A72B-B39E-A746-B1FE-69772B8004DE}" srcOrd="0" destOrd="0" presId="urn:microsoft.com/office/officeart/2005/8/layout/orgChart1"/>
    <dgm:cxn modelId="{8A1CF03F-9679-B144-B90E-CEC1FF0DEE8D}" type="presOf" srcId="{DD6A6C4C-9702-DF4D-9BDE-35836F03FFB1}" destId="{CB1E2112-0F81-694F-BB8C-7B1DE71CEFCE}" srcOrd="1" destOrd="0" presId="urn:microsoft.com/office/officeart/2005/8/layout/orgChart1"/>
    <dgm:cxn modelId="{7F9B4E0F-A8C1-BC41-A935-96CBEE8D4ED4}" type="presOf" srcId="{4FD30684-19A4-4B4C-B785-50D1A0E501FF}" destId="{CC95B4E5-DB96-A44F-BB10-E943FA5D9FEF}" srcOrd="0" destOrd="0" presId="urn:microsoft.com/office/officeart/2005/8/layout/orgChart1"/>
    <dgm:cxn modelId="{77AAB575-29B0-1C44-8804-DEEB3C2BBDE9}" srcId="{8DD12884-B0DC-FF4D-B035-0983EB1092E1}" destId="{71DA4EC7-C626-8A40-95D0-F5AC56FDC208}" srcOrd="0" destOrd="0" parTransId="{808042B4-1A73-F54D-A460-C8089FEC9BE4}" sibTransId="{936C85EC-DC4B-B94E-9294-C3EA08AB1D1C}"/>
    <dgm:cxn modelId="{E849DF2F-3D1E-774B-9219-0C878036E9C4}" type="presParOf" srcId="{4308C9AB-FD0E-4F41-891B-B48DAC78DF5E}" destId="{ECBF4924-00B4-EA43-A076-8A67F7FCDE68}" srcOrd="0" destOrd="0" presId="urn:microsoft.com/office/officeart/2005/8/layout/orgChart1"/>
    <dgm:cxn modelId="{2F3734D8-B129-CD49-AFD6-F45636E0A100}" type="presParOf" srcId="{ECBF4924-00B4-EA43-A076-8A67F7FCDE68}" destId="{285F657B-04BE-EE45-8FBA-64672F437C09}" srcOrd="0" destOrd="0" presId="urn:microsoft.com/office/officeart/2005/8/layout/orgChart1"/>
    <dgm:cxn modelId="{8D009D54-1838-0F4B-9644-898C2ABFBB26}" type="presParOf" srcId="{285F657B-04BE-EE45-8FBA-64672F437C09}" destId="{6632906C-D9B0-C64F-B1E8-DCDA10434C84}" srcOrd="0" destOrd="0" presId="urn:microsoft.com/office/officeart/2005/8/layout/orgChart1"/>
    <dgm:cxn modelId="{194CACCC-24D7-4545-9FD9-14C14BDBF282}" type="presParOf" srcId="{285F657B-04BE-EE45-8FBA-64672F437C09}" destId="{376AD8EB-6915-4F41-A04D-2CB67D6C8D71}" srcOrd="1" destOrd="0" presId="urn:microsoft.com/office/officeart/2005/8/layout/orgChart1"/>
    <dgm:cxn modelId="{76251F54-E059-0D45-9B2B-F4768FCB1F49}" type="presParOf" srcId="{ECBF4924-00B4-EA43-A076-8A67F7FCDE68}" destId="{1791300F-F5EF-5B49-BE16-53AC84FC4DC6}" srcOrd="1" destOrd="0" presId="urn:microsoft.com/office/officeart/2005/8/layout/orgChart1"/>
    <dgm:cxn modelId="{587D7851-D1B3-9E46-B684-5CD145D22A6C}" type="presParOf" srcId="{1791300F-F5EF-5B49-BE16-53AC84FC4DC6}" destId="{F52B4C1F-A230-6B4D-8E51-ACEC1D10079D}" srcOrd="0" destOrd="0" presId="urn:microsoft.com/office/officeart/2005/8/layout/orgChart1"/>
    <dgm:cxn modelId="{2D373F37-D513-DA44-ADD4-ECD78C00CCFA}" type="presParOf" srcId="{1791300F-F5EF-5B49-BE16-53AC84FC4DC6}" destId="{9CC02A35-3628-8748-BA39-F8D07E2A1696}" srcOrd="1" destOrd="0" presId="urn:microsoft.com/office/officeart/2005/8/layout/orgChart1"/>
    <dgm:cxn modelId="{95C9232A-72B1-A84A-B9DA-2E8374D5BA0F}" type="presParOf" srcId="{9CC02A35-3628-8748-BA39-F8D07E2A1696}" destId="{0D3D4012-53BE-5D48-8EDE-CD1D8E000A0D}" srcOrd="0" destOrd="0" presId="urn:microsoft.com/office/officeart/2005/8/layout/orgChart1"/>
    <dgm:cxn modelId="{84C54842-338C-E144-A789-9654C773C11C}" type="presParOf" srcId="{0D3D4012-53BE-5D48-8EDE-CD1D8E000A0D}" destId="{8CB3A72B-B39E-A746-B1FE-69772B8004DE}" srcOrd="0" destOrd="0" presId="urn:microsoft.com/office/officeart/2005/8/layout/orgChart1"/>
    <dgm:cxn modelId="{43BED5FF-132E-F741-9AA9-9FC8C9802D59}" type="presParOf" srcId="{0D3D4012-53BE-5D48-8EDE-CD1D8E000A0D}" destId="{C543D299-745C-A349-B7B6-7C360B27859F}" srcOrd="1" destOrd="0" presId="urn:microsoft.com/office/officeart/2005/8/layout/orgChart1"/>
    <dgm:cxn modelId="{17C3AF5D-ABAB-9249-BADE-423FADBF2039}" type="presParOf" srcId="{9CC02A35-3628-8748-BA39-F8D07E2A1696}" destId="{07F7D169-2E8C-D546-A58E-471E280F8700}" srcOrd="1" destOrd="0" presId="urn:microsoft.com/office/officeart/2005/8/layout/orgChart1"/>
    <dgm:cxn modelId="{649CB30C-9C82-2B4A-94EB-1D8CB2EEBEDE}" type="presParOf" srcId="{07F7D169-2E8C-D546-A58E-471E280F8700}" destId="{36DF31BB-75EE-974C-B3FD-2BDA1EA9D15A}" srcOrd="0" destOrd="0" presId="urn:microsoft.com/office/officeart/2005/8/layout/orgChart1"/>
    <dgm:cxn modelId="{6FAD454D-C0E8-0640-A23B-6866F7912CD9}" type="presParOf" srcId="{07F7D169-2E8C-D546-A58E-471E280F8700}" destId="{0C57ED8D-9C70-C641-A767-67C8162E0ACF}" srcOrd="1" destOrd="0" presId="urn:microsoft.com/office/officeart/2005/8/layout/orgChart1"/>
    <dgm:cxn modelId="{AFD2CFCF-1BE1-E94C-8D09-E4D0ED8198EF}" type="presParOf" srcId="{0C57ED8D-9C70-C641-A767-67C8162E0ACF}" destId="{7250006A-D6FE-3F4D-B217-B6A93819BBD5}" srcOrd="0" destOrd="0" presId="urn:microsoft.com/office/officeart/2005/8/layout/orgChart1"/>
    <dgm:cxn modelId="{D47C08CE-A782-1844-ACF9-E35C839F138D}" type="presParOf" srcId="{7250006A-D6FE-3F4D-B217-B6A93819BBD5}" destId="{E2607E5A-6119-F347-B800-EEAB22C0F42B}" srcOrd="0" destOrd="0" presId="urn:microsoft.com/office/officeart/2005/8/layout/orgChart1"/>
    <dgm:cxn modelId="{F710DA6B-4971-B943-884F-65E17A12661C}" type="presParOf" srcId="{7250006A-D6FE-3F4D-B217-B6A93819BBD5}" destId="{2ABA7054-FBB3-6041-9A36-19664CBA5FE2}" srcOrd="1" destOrd="0" presId="urn:microsoft.com/office/officeart/2005/8/layout/orgChart1"/>
    <dgm:cxn modelId="{BE1F1B72-8BFE-0741-B28B-B0C2B7DAFE82}" type="presParOf" srcId="{0C57ED8D-9C70-C641-A767-67C8162E0ACF}" destId="{95428797-43FC-B34E-A70D-3D654A34617F}" srcOrd="1" destOrd="0" presId="urn:microsoft.com/office/officeart/2005/8/layout/orgChart1"/>
    <dgm:cxn modelId="{59A5F59A-2B3D-0D44-9796-5A4F75C58345}" type="presParOf" srcId="{0C57ED8D-9C70-C641-A767-67C8162E0ACF}" destId="{EFB31B3D-1F44-7E4C-AE2B-94A49C0C277D}" srcOrd="2" destOrd="0" presId="urn:microsoft.com/office/officeart/2005/8/layout/orgChart1"/>
    <dgm:cxn modelId="{D5D39BEB-539E-BB48-80CF-FA61E103FDE1}" type="presParOf" srcId="{9CC02A35-3628-8748-BA39-F8D07E2A1696}" destId="{7C7F6EAA-D110-C044-B36E-2662FEC85CEC}" srcOrd="2" destOrd="0" presId="urn:microsoft.com/office/officeart/2005/8/layout/orgChart1"/>
    <dgm:cxn modelId="{888E8957-7288-2E44-99A0-6ED6A8FE20BA}" type="presParOf" srcId="{1791300F-F5EF-5B49-BE16-53AC84FC4DC6}" destId="{EFAE1BFC-A2F3-D542-A5E6-471E6FBED4A0}" srcOrd="2" destOrd="0" presId="urn:microsoft.com/office/officeart/2005/8/layout/orgChart1"/>
    <dgm:cxn modelId="{3C0141BD-B22A-144B-ADD3-D7A2B8EC2588}" type="presParOf" srcId="{1791300F-F5EF-5B49-BE16-53AC84FC4DC6}" destId="{89EC9338-5EE0-A44E-A88D-26C968794235}" srcOrd="3" destOrd="0" presId="urn:microsoft.com/office/officeart/2005/8/layout/orgChart1"/>
    <dgm:cxn modelId="{A03F1DA2-6F2E-A64C-B6B3-1B9A4D36F677}" type="presParOf" srcId="{89EC9338-5EE0-A44E-A88D-26C968794235}" destId="{491B5712-B963-814D-8C0D-0F6712451299}" srcOrd="0" destOrd="0" presId="urn:microsoft.com/office/officeart/2005/8/layout/orgChart1"/>
    <dgm:cxn modelId="{EC109395-6E94-024E-A2C8-5D9A7037C0FE}" type="presParOf" srcId="{491B5712-B963-814D-8C0D-0F6712451299}" destId="{E73143BC-3444-6248-A459-A25DFFA0D346}" srcOrd="0" destOrd="0" presId="urn:microsoft.com/office/officeart/2005/8/layout/orgChart1"/>
    <dgm:cxn modelId="{A820E2BA-4908-144B-9580-35B10F50FA7B}" type="presParOf" srcId="{491B5712-B963-814D-8C0D-0F6712451299}" destId="{0BED6261-C7F9-014C-BD28-A99311D786C1}" srcOrd="1" destOrd="0" presId="urn:microsoft.com/office/officeart/2005/8/layout/orgChart1"/>
    <dgm:cxn modelId="{0876620E-BFF8-9F48-BBD7-38596921CC68}" type="presParOf" srcId="{89EC9338-5EE0-A44E-A88D-26C968794235}" destId="{54D82896-1AA5-A440-A348-7FB0CA4EAB23}" srcOrd="1" destOrd="0" presId="urn:microsoft.com/office/officeart/2005/8/layout/orgChart1"/>
    <dgm:cxn modelId="{E249E8BD-598B-E844-B431-DE6817B31ABE}" type="presParOf" srcId="{54D82896-1AA5-A440-A348-7FB0CA4EAB23}" destId="{FF15FD57-175C-2A43-B607-DA36908FE4CF}" srcOrd="0" destOrd="0" presId="urn:microsoft.com/office/officeart/2005/8/layout/orgChart1"/>
    <dgm:cxn modelId="{D41A51CF-119F-C043-B955-CD4A194E6E13}" type="presParOf" srcId="{54D82896-1AA5-A440-A348-7FB0CA4EAB23}" destId="{BA603621-B498-4545-8DE9-AC6E91D58C1A}" srcOrd="1" destOrd="0" presId="urn:microsoft.com/office/officeart/2005/8/layout/orgChart1"/>
    <dgm:cxn modelId="{9BF64CD0-1C20-3742-8B77-3DC62060F3B1}" type="presParOf" srcId="{BA603621-B498-4545-8DE9-AC6E91D58C1A}" destId="{3C574CD5-0E4F-9A4D-B35A-2FE9CE092623}" srcOrd="0" destOrd="0" presId="urn:microsoft.com/office/officeart/2005/8/layout/orgChart1"/>
    <dgm:cxn modelId="{7E231A96-53CD-3148-B5B1-4C91B65F7E14}" type="presParOf" srcId="{3C574CD5-0E4F-9A4D-B35A-2FE9CE092623}" destId="{04A231BA-1129-ED44-BD43-7A1485DE2009}" srcOrd="0" destOrd="0" presId="urn:microsoft.com/office/officeart/2005/8/layout/orgChart1"/>
    <dgm:cxn modelId="{4DC6EB6E-B424-A84E-AABF-DFA66B37D6A9}" type="presParOf" srcId="{3C574CD5-0E4F-9A4D-B35A-2FE9CE092623}" destId="{B17A4220-013D-1B4F-A00F-A299B64C742B}" srcOrd="1" destOrd="0" presId="urn:microsoft.com/office/officeart/2005/8/layout/orgChart1"/>
    <dgm:cxn modelId="{15662A0E-53A5-7743-AA5B-E36CC16351BF}" type="presParOf" srcId="{BA603621-B498-4545-8DE9-AC6E91D58C1A}" destId="{80EF0A40-F185-1146-842B-70B12616BBAF}" srcOrd="1" destOrd="0" presId="urn:microsoft.com/office/officeart/2005/8/layout/orgChart1"/>
    <dgm:cxn modelId="{11F299F2-5C39-8D44-BC5D-ADC852BA7D0B}" type="presParOf" srcId="{BA603621-B498-4545-8DE9-AC6E91D58C1A}" destId="{B7C0728F-FA16-B141-B995-654EC524F5D2}" srcOrd="2" destOrd="0" presId="urn:microsoft.com/office/officeart/2005/8/layout/orgChart1"/>
    <dgm:cxn modelId="{90FEB57A-0CC7-214B-88C1-6A4B98A40F25}" type="presParOf" srcId="{89EC9338-5EE0-A44E-A88D-26C968794235}" destId="{960C2C70-27F3-F54D-B0A5-C301D0B5BD88}" srcOrd="2" destOrd="0" presId="urn:microsoft.com/office/officeart/2005/8/layout/orgChart1"/>
    <dgm:cxn modelId="{D56C7E1E-A0D9-7344-A80B-3198EBD6D07E}" type="presParOf" srcId="{1791300F-F5EF-5B49-BE16-53AC84FC4DC6}" destId="{86588EB7-51F9-4F4A-AC30-E71926B4F340}" srcOrd="4" destOrd="0" presId="urn:microsoft.com/office/officeart/2005/8/layout/orgChart1"/>
    <dgm:cxn modelId="{6F95A775-7E11-744B-8D51-FB0B5316E37E}" type="presParOf" srcId="{1791300F-F5EF-5B49-BE16-53AC84FC4DC6}" destId="{DD6DC588-E9B5-424D-AE7E-6C5523DB1AE7}" srcOrd="5" destOrd="0" presId="urn:microsoft.com/office/officeart/2005/8/layout/orgChart1"/>
    <dgm:cxn modelId="{6B95B642-E9C5-934E-9B5A-E2F8EEABBD97}" type="presParOf" srcId="{DD6DC588-E9B5-424D-AE7E-6C5523DB1AE7}" destId="{8E24089A-DD85-8C44-8EED-B9DE07E18E76}" srcOrd="0" destOrd="0" presId="urn:microsoft.com/office/officeart/2005/8/layout/orgChart1"/>
    <dgm:cxn modelId="{E67AF0CB-0333-2741-9C59-1B280EE84B28}" type="presParOf" srcId="{8E24089A-DD85-8C44-8EED-B9DE07E18E76}" destId="{7ABDD353-B701-3B4F-8489-4B3202396DB9}" srcOrd="0" destOrd="0" presId="urn:microsoft.com/office/officeart/2005/8/layout/orgChart1"/>
    <dgm:cxn modelId="{D355B524-6AFE-9949-ADD2-02564F985F0D}" type="presParOf" srcId="{8E24089A-DD85-8C44-8EED-B9DE07E18E76}" destId="{0AC29E3C-0809-2842-8415-3082F008F75D}" srcOrd="1" destOrd="0" presId="urn:microsoft.com/office/officeart/2005/8/layout/orgChart1"/>
    <dgm:cxn modelId="{C533B042-4D07-1B44-89C6-7D9D16FE1CC6}" type="presParOf" srcId="{DD6DC588-E9B5-424D-AE7E-6C5523DB1AE7}" destId="{59C34E8A-7E6A-4D46-A5E6-EB0770D73DF9}" srcOrd="1" destOrd="0" presId="urn:microsoft.com/office/officeart/2005/8/layout/orgChart1"/>
    <dgm:cxn modelId="{7A6849C5-765B-A34B-9EF8-3A30B28D947C}" type="presParOf" srcId="{59C34E8A-7E6A-4D46-A5E6-EB0770D73DF9}" destId="{2EF9AF1D-0556-A046-A5BB-D43927806CB1}" srcOrd="0" destOrd="0" presId="urn:microsoft.com/office/officeart/2005/8/layout/orgChart1"/>
    <dgm:cxn modelId="{1886D0BD-237B-E445-8459-1098192E621F}" type="presParOf" srcId="{59C34E8A-7E6A-4D46-A5E6-EB0770D73DF9}" destId="{8E0F1136-5AF4-0448-BC16-74D7CD67D502}" srcOrd="1" destOrd="0" presId="urn:microsoft.com/office/officeart/2005/8/layout/orgChart1"/>
    <dgm:cxn modelId="{7971716B-8DBE-664A-AFF8-43B4F882C845}" type="presParOf" srcId="{8E0F1136-5AF4-0448-BC16-74D7CD67D502}" destId="{A39E4196-8E9F-944B-92B3-A78F1CC01F34}" srcOrd="0" destOrd="0" presId="urn:microsoft.com/office/officeart/2005/8/layout/orgChart1"/>
    <dgm:cxn modelId="{FD8921A3-BD30-0645-B036-365EDD2713CB}" type="presParOf" srcId="{A39E4196-8E9F-944B-92B3-A78F1CC01F34}" destId="{0300DE12-FFFE-DA42-8F87-F9A4067F28B5}" srcOrd="0" destOrd="0" presId="urn:microsoft.com/office/officeart/2005/8/layout/orgChart1"/>
    <dgm:cxn modelId="{CD301462-4558-7843-9EFA-87B6A6D2362D}" type="presParOf" srcId="{A39E4196-8E9F-944B-92B3-A78F1CC01F34}" destId="{E8234F65-EF53-9747-BECB-ED5C0CBDEDA7}" srcOrd="1" destOrd="0" presId="urn:microsoft.com/office/officeart/2005/8/layout/orgChart1"/>
    <dgm:cxn modelId="{BA93EE32-AD5D-2D47-A44D-A55A86095361}" type="presParOf" srcId="{8E0F1136-5AF4-0448-BC16-74D7CD67D502}" destId="{00D565B0-69EE-6443-95EF-30E34BE9941F}" srcOrd="1" destOrd="0" presId="urn:microsoft.com/office/officeart/2005/8/layout/orgChart1"/>
    <dgm:cxn modelId="{AB34FF19-3BBE-054B-98CA-5DCA4F585090}" type="presParOf" srcId="{8E0F1136-5AF4-0448-BC16-74D7CD67D502}" destId="{8838D5CC-9B93-934C-BED7-58818713932E}" srcOrd="2" destOrd="0" presId="urn:microsoft.com/office/officeart/2005/8/layout/orgChart1"/>
    <dgm:cxn modelId="{63644C51-F51E-AB42-A96F-1D576D9A6E07}" type="presParOf" srcId="{DD6DC588-E9B5-424D-AE7E-6C5523DB1AE7}" destId="{15C7C80A-5E28-6847-81FB-D0041C1813F7}" srcOrd="2" destOrd="0" presId="urn:microsoft.com/office/officeart/2005/8/layout/orgChart1"/>
    <dgm:cxn modelId="{4E211702-7F9C-6A4F-B5F5-DD86600DB461}" type="presParOf" srcId="{1791300F-F5EF-5B49-BE16-53AC84FC4DC6}" destId="{D943D1FD-EEFA-8E45-8A7D-FEDF4377A6C8}" srcOrd="6" destOrd="0" presId="urn:microsoft.com/office/officeart/2005/8/layout/orgChart1"/>
    <dgm:cxn modelId="{CBC6D005-1DBF-6D4D-8027-6A5D5388F088}" type="presParOf" srcId="{1791300F-F5EF-5B49-BE16-53AC84FC4DC6}" destId="{4E616F59-2BA0-254E-A484-F68DFC02D105}" srcOrd="7" destOrd="0" presId="urn:microsoft.com/office/officeart/2005/8/layout/orgChart1"/>
    <dgm:cxn modelId="{115DA19A-A629-6A42-948C-9F68A8EED9A0}" type="presParOf" srcId="{4E616F59-2BA0-254E-A484-F68DFC02D105}" destId="{E184F293-396E-1047-BC6A-72CAD27B77BD}" srcOrd="0" destOrd="0" presId="urn:microsoft.com/office/officeart/2005/8/layout/orgChart1"/>
    <dgm:cxn modelId="{1522CC67-FD91-C74F-8497-48A33BBBCAF5}" type="presParOf" srcId="{E184F293-396E-1047-BC6A-72CAD27B77BD}" destId="{770810DE-2487-8646-AE9D-241A3D08F571}" srcOrd="0" destOrd="0" presId="urn:microsoft.com/office/officeart/2005/8/layout/orgChart1"/>
    <dgm:cxn modelId="{8D08EDC7-0177-4C47-9F70-42EFF6ACA576}" type="presParOf" srcId="{E184F293-396E-1047-BC6A-72CAD27B77BD}" destId="{FDF38D24-096F-D94F-8F9F-610C2EC0701F}" srcOrd="1" destOrd="0" presId="urn:microsoft.com/office/officeart/2005/8/layout/orgChart1"/>
    <dgm:cxn modelId="{35617504-A8CD-D84E-B2D1-9F55BBA29932}" type="presParOf" srcId="{4E616F59-2BA0-254E-A484-F68DFC02D105}" destId="{731A631D-4622-BC4D-9EE4-88C13E0A55AC}" srcOrd="1" destOrd="0" presId="urn:microsoft.com/office/officeart/2005/8/layout/orgChart1"/>
    <dgm:cxn modelId="{6F31281C-EACC-414E-B39E-ED60468FAD61}" type="presParOf" srcId="{731A631D-4622-BC4D-9EE4-88C13E0A55AC}" destId="{B0C04E32-CBF0-BA44-AD5C-2D6D35D9EC99}" srcOrd="0" destOrd="0" presId="urn:microsoft.com/office/officeart/2005/8/layout/orgChart1"/>
    <dgm:cxn modelId="{6CE024B3-1822-DD4A-91DF-26C05387308B}" type="presParOf" srcId="{731A631D-4622-BC4D-9EE4-88C13E0A55AC}" destId="{8DD6F9B8-FE0D-2147-980B-519DD3DA4377}" srcOrd="1" destOrd="0" presId="urn:microsoft.com/office/officeart/2005/8/layout/orgChart1"/>
    <dgm:cxn modelId="{10208AC0-8F8A-824A-A8ED-CC99B82BECF4}" type="presParOf" srcId="{8DD6F9B8-FE0D-2147-980B-519DD3DA4377}" destId="{2BC893E5-2BB0-9A48-A2F6-AA87FFD95C19}" srcOrd="0" destOrd="0" presId="urn:microsoft.com/office/officeart/2005/8/layout/orgChart1"/>
    <dgm:cxn modelId="{6D40B986-9D01-B74A-84E2-092A5765920B}" type="presParOf" srcId="{2BC893E5-2BB0-9A48-A2F6-AA87FFD95C19}" destId="{4E85A180-0502-3D44-ABE1-B8A535EE2222}" srcOrd="0" destOrd="0" presId="urn:microsoft.com/office/officeart/2005/8/layout/orgChart1"/>
    <dgm:cxn modelId="{24AA2343-F2A6-5947-9BD3-B8452ACAACDB}" type="presParOf" srcId="{2BC893E5-2BB0-9A48-A2F6-AA87FFD95C19}" destId="{9673B5A6-FC81-0441-9A42-BFA47FC6B628}" srcOrd="1" destOrd="0" presId="urn:microsoft.com/office/officeart/2005/8/layout/orgChart1"/>
    <dgm:cxn modelId="{A538A246-D162-A44A-BB28-1ADE52913E5F}" type="presParOf" srcId="{8DD6F9B8-FE0D-2147-980B-519DD3DA4377}" destId="{3415049D-3EC2-7C41-B35D-DA39C02E87D1}" srcOrd="1" destOrd="0" presId="urn:microsoft.com/office/officeart/2005/8/layout/orgChart1"/>
    <dgm:cxn modelId="{6271D01E-F21C-FE4E-AE68-C2DF972AF52C}" type="presParOf" srcId="{8DD6F9B8-FE0D-2147-980B-519DD3DA4377}" destId="{90BC4BFB-0DE5-0E4E-B39C-BBFDE4B1884F}" srcOrd="2" destOrd="0" presId="urn:microsoft.com/office/officeart/2005/8/layout/orgChart1"/>
    <dgm:cxn modelId="{91D6C9DF-1524-5F43-B728-393982AE00E3}" type="presParOf" srcId="{4E616F59-2BA0-254E-A484-F68DFC02D105}" destId="{DA57E81C-F986-1B4B-A097-19C0D3292B14}" srcOrd="2" destOrd="0" presId="urn:microsoft.com/office/officeart/2005/8/layout/orgChart1"/>
    <dgm:cxn modelId="{5C49B164-90AB-6740-B317-DC4DF2571EAE}" type="presParOf" srcId="{1791300F-F5EF-5B49-BE16-53AC84FC4DC6}" destId="{8A2535B9-F127-DC4A-84AE-37C2A8B1AABB}" srcOrd="8" destOrd="0" presId="urn:microsoft.com/office/officeart/2005/8/layout/orgChart1"/>
    <dgm:cxn modelId="{4A5F21BA-48FC-174E-88FF-87A1A46237CC}" type="presParOf" srcId="{1791300F-F5EF-5B49-BE16-53AC84FC4DC6}" destId="{AAA95067-7460-654D-B9B2-774716ABD780}" srcOrd="9" destOrd="0" presId="urn:microsoft.com/office/officeart/2005/8/layout/orgChart1"/>
    <dgm:cxn modelId="{D1D2EF56-EA05-5C4D-ADC9-B93518F197AF}" type="presParOf" srcId="{AAA95067-7460-654D-B9B2-774716ABD780}" destId="{58B41A70-356B-D446-A1EF-10B64C1F9068}" srcOrd="0" destOrd="0" presId="urn:microsoft.com/office/officeart/2005/8/layout/orgChart1"/>
    <dgm:cxn modelId="{D49009AE-B319-D642-BF03-3748262B65BC}" type="presParOf" srcId="{58B41A70-356B-D446-A1EF-10B64C1F9068}" destId="{062820F5-85D4-B046-B0F6-77434EF2365A}" srcOrd="0" destOrd="0" presId="urn:microsoft.com/office/officeart/2005/8/layout/orgChart1"/>
    <dgm:cxn modelId="{D2DAA8EE-B424-F24A-8F98-A5749A8ECEB3}" type="presParOf" srcId="{58B41A70-356B-D446-A1EF-10B64C1F9068}" destId="{0DD04873-8C61-0446-A7EB-46B95C034E2F}" srcOrd="1" destOrd="0" presId="urn:microsoft.com/office/officeart/2005/8/layout/orgChart1"/>
    <dgm:cxn modelId="{A4302B38-548D-FE48-9630-43A644D58020}" type="presParOf" srcId="{AAA95067-7460-654D-B9B2-774716ABD780}" destId="{9402FFD8-FA74-854D-B40C-ADFD81619B23}" srcOrd="1" destOrd="0" presId="urn:microsoft.com/office/officeart/2005/8/layout/orgChart1"/>
    <dgm:cxn modelId="{8501244F-0A78-D54A-8045-78B3A7F7F171}" type="presParOf" srcId="{9402FFD8-FA74-854D-B40C-ADFD81619B23}" destId="{BBF16D12-2902-5344-91D0-ACD4448D01E2}" srcOrd="0" destOrd="0" presId="urn:microsoft.com/office/officeart/2005/8/layout/orgChart1"/>
    <dgm:cxn modelId="{28904598-59CF-D54F-B328-4273715E0369}" type="presParOf" srcId="{9402FFD8-FA74-854D-B40C-ADFD81619B23}" destId="{B6DC2FE3-7722-9A4B-BD1E-0BC8F5A89B2E}" srcOrd="1" destOrd="0" presId="urn:microsoft.com/office/officeart/2005/8/layout/orgChart1"/>
    <dgm:cxn modelId="{C42C29EB-3B53-0C41-B652-A8366D9E08C4}" type="presParOf" srcId="{B6DC2FE3-7722-9A4B-BD1E-0BC8F5A89B2E}" destId="{2666E334-6BD7-4342-ADED-8034F40D4DFD}" srcOrd="0" destOrd="0" presId="urn:microsoft.com/office/officeart/2005/8/layout/orgChart1"/>
    <dgm:cxn modelId="{8BA4A25D-B4F4-2946-9E10-4A4D460DB580}" type="presParOf" srcId="{2666E334-6BD7-4342-ADED-8034F40D4DFD}" destId="{07FE03E3-D862-F245-843C-CAF3AE604D68}" srcOrd="0" destOrd="0" presId="urn:microsoft.com/office/officeart/2005/8/layout/orgChart1"/>
    <dgm:cxn modelId="{F1C7AE23-BDCA-E644-BD39-1F9C898E2073}" type="presParOf" srcId="{2666E334-6BD7-4342-ADED-8034F40D4DFD}" destId="{CB1E2112-0F81-694F-BB8C-7B1DE71CEFCE}" srcOrd="1" destOrd="0" presId="urn:microsoft.com/office/officeart/2005/8/layout/orgChart1"/>
    <dgm:cxn modelId="{EDFA7D84-82EF-A34E-8364-9F9D2EA89E9B}" type="presParOf" srcId="{B6DC2FE3-7722-9A4B-BD1E-0BC8F5A89B2E}" destId="{BF5C49E1-6E2E-C64F-BA11-87182269ED99}" srcOrd="1" destOrd="0" presId="urn:microsoft.com/office/officeart/2005/8/layout/orgChart1"/>
    <dgm:cxn modelId="{4B522394-99A8-E04C-AB2D-F692F41A2584}" type="presParOf" srcId="{B6DC2FE3-7722-9A4B-BD1E-0BC8F5A89B2E}" destId="{A9677349-7A00-EE4C-84A4-22829E0C9A0E}" srcOrd="2" destOrd="0" presId="urn:microsoft.com/office/officeart/2005/8/layout/orgChart1"/>
    <dgm:cxn modelId="{179E63FF-073D-C543-BB1A-50C2A6A01A72}" type="presParOf" srcId="{AAA95067-7460-654D-B9B2-774716ABD780}" destId="{9ECEC845-0006-4A4E-BD33-42AFDC624480}" srcOrd="2" destOrd="0" presId="urn:microsoft.com/office/officeart/2005/8/layout/orgChart1"/>
    <dgm:cxn modelId="{A4B8258D-846C-EB47-9D6F-CAB77EA1EAEC}" type="presParOf" srcId="{1791300F-F5EF-5B49-BE16-53AC84FC4DC6}" destId="{6D00DBA5-C0E5-0A48-AEFC-C195B684F9CA}" srcOrd="10" destOrd="0" presId="urn:microsoft.com/office/officeart/2005/8/layout/orgChart1"/>
    <dgm:cxn modelId="{D3E211FC-FC5A-5642-B807-2C99930EA383}" type="presParOf" srcId="{1791300F-F5EF-5B49-BE16-53AC84FC4DC6}" destId="{806C2829-A3B5-B147-BEEF-10319E916B5E}" srcOrd="11" destOrd="0" presId="urn:microsoft.com/office/officeart/2005/8/layout/orgChart1"/>
    <dgm:cxn modelId="{21C7C034-1730-5C4C-89F2-CC19054067F7}" type="presParOf" srcId="{806C2829-A3B5-B147-BEEF-10319E916B5E}" destId="{8DF0FF7B-2B92-A748-91BC-E40157D44819}" srcOrd="0" destOrd="0" presId="urn:microsoft.com/office/officeart/2005/8/layout/orgChart1"/>
    <dgm:cxn modelId="{C73F108E-927F-9741-B40D-DC6CAE514790}" type="presParOf" srcId="{8DF0FF7B-2B92-A748-91BC-E40157D44819}" destId="{E714704B-303A-984C-A41A-E04BF8B37596}" srcOrd="0" destOrd="0" presId="urn:microsoft.com/office/officeart/2005/8/layout/orgChart1"/>
    <dgm:cxn modelId="{E8F788AB-7C99-D44A-B433-23946398085F}" type="presParOf" srcId="{8DF0FF7B-2B92-A748-91BC-E40157D44819}" destId="{07BBC150-80D7-0247-A506-7CE8F8A51D6C}" srcOrd="1" destOrd="0" presId="urn:microsoft.com/office/officeart/2005/8/layout/orgChart1"/>
    <dgm:cxn modelId="{159065CE-D531-9940-8632-5265DD56A85D}" type="presParOf" srcId="{806C2829-A3B5-B147-BEEF-10319E916B5E}" destId="{C66F5005-6894-5F40-B472-BDA5CFF1304F}" srcOrd="1" destOrd="0" presId="urn:microsoft.com/office/officeart/2005/8/layout/orgChart1"/>
    <dgm:cxn modelId="{73E53F0D-B894-FE48-A95D-5F29E6EB4AB3}" type="presParOf" srcId="{C66F5005-6894-5F40-B472-BDA5CFF1304F}" destId="{C4478756-CAB3-CD41-989A-B80BC85FF929}" srcOrd="0" destOrd="0" presId="urn:microsoft.com/office/officeart/2005/8/layout/orgChart1"/>
    <dgm:cxn modelId="{93B0A61F-24C4-6142-B808-69DC99053368}" type="presParOf" srcId="{C66F5005-6894-5F40-B472-BDA5CFF1304F}" destId="{06D8F5C7-8227-5F47-A530-5DE87679B8FD}" srcOrd="1" destOrd="0" presId="urn:microsoft.com/office/officeart/2005/8/layout/orgChart1"/>
    <dgm:cxn modelId="{D6B15DA9-57C5-7346-A0C6-05DE805E5918}" type="presParOf" srcId="{06D8F5C7-8227-5F47-A530-5DE87679B8FD}" destId="{13ED2171-A175-B54C-B435-ADFA7749E6DC}" srcOrd="0" destOrd="0" presId="urn:microsoft.com/office/officeart/2005/8/layout/orgChart1"/>
    <dgm:cxn modelId="{BF80F769-53AD-E242-AFF0-45F7179E314D}" type="presParOf" srcId="{13ED2171-A175-B54C-B435-ADFA7749E6DC}" destId="{CC95B4E5-DB96-A44F-BB10-E943FA5D9FEF}" srcOrd="0" destOrd="0" presId="urn:microsoft.com/office/officeart/2005/8/layout/orgChart1"/>
    <dgm:cxn modelId="{DEDE74C7-094E-C24C-990D-DEACB1E7DB34}" type="presParOf" srcId="{13ED2171-A175-B54C-B435-ADFA7749E6DC}" destId="{AED4A142-2363-B943-BB8B-E08330A704F7}" srcOrd="1" destOrd="0" presId="urn:microsoft.com/office/officeart/2005/8/layout/orgChart1"/>
    <dgm:cxn modelId="{AE894F7C-30F3-C049-8481-086BA133AA7E}" type="presParOf" srcId="{06D8F5C7-8227-5F47-A530-5DE87679B8FD}" destId="{2D5C546D-4704-F849-BF84-687C22527F6F}" srcOrd="1" destOrd="0" presId="urn:microsoft.com/office/officeart/2005/8/layout/orgChart1"/>
    <dgm:cxn modelId="{9E373D4D-3CE4-EB40-BA5D-EBAFCFCBEDF8}" type="presParOf" srcId="{06D8F5C7-8227-5F47-A530-5DE87679B8FD}" destId="{F9DDB989-1CF4-DD48-B106-2E3FCDBD7B69}" srcOrd="2" destOrd="0" presId="urn:microsoft.com/office/officeart/2005/8/layout/orgChart1"/>
    <dgm:cxn modelId="{9230149A-3511-404A-BD5E-853C5164E41A}" type="presParOf" srcId="{806C2829-A3B5-B147-BEEF-10319E916B5E}" destId="{420B9DDF-59D1-414C-8606-34700FCE5324}" srcOrd="2" destOrd="0" presId="urn:microsoft.com/office/officeart/2005/8/layout/orgChart1"/>
    <dgm:cxn modelId="{C9022CFB-8CB2-644B-8E47-DF98D4693273}" type="presParOf" srcId="{ECBF4924-00B4-EA43-A076-8A67F7FCDE68}" destId="{5148152A-E9CE-8E49-B244-D2ACA1450134}" srcOrd="2" destOrd="0" presId="urn:microsoft.com/office/officeart/2005/8/layout/orgChar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213B0A-FE91-EF44-BBAE-9A505D41EDA9}" type="doc">
      <dgm:prSet loTypeId="urn:microsoft.com/office/officeart/2005/8/layout/orgChart1" loCatId="hierarchy" qsTypeId="urn:microsoft.com/office/officeart/2005/8/quickstyle/simple4" qsCatId="simple" csTypeId="urn:microsoft.com/office/officeart/2005/8/colors/accent1_2" csCatId="accent1" phldr="1"/>
      <dgm:spPr/>
      <dgm:t>
        <a:bodyPr/>
        <a:lstStyle/>
        <a:p>
          <a:endParaRPr lang="en-US"/>
        </a:p>
      </dgm:t>
    </dgm:pt>
    <dgm:pt modelId="{8B11CA12-CB61-BA48-9A9A-FB4DBA4913B4}">
      <dgm:prSet phldrT="[Text]"/>
      <dgm:spPr/>
      <dgm:t>
        <a:bodyPr/>
        <a:lstStyle/>
        <a:p>
          <a:r>
            <a:rPr lang="en-US" dirty="0" smtClean="0"/>
            <a:t>Memory</a:t>
          </a:r>
          <a:endParaRPr lang="en-US" dirty="0"/>
        </a:p>
      </dgm:t>
    </dgm:pt>
    <dgm:pt modelId="{2CAEE437-CC93-924F-9295-AE40AC0AA963}" type="parTrans" cxnId="{379BDBA8-C0F0-7443-99AA-42206F89E6BA}">
      <dgm:prSet/>
      <dgm:spPr/>
      <dgm:t>
        <a:bodyPr/>
        <a:lstStyle/>
        <a:p>
          <a:endParaRPr lang="en-US"/>
        </a:p>
      </dgm:t>
    </dgm:pt>
    <dgm:pt modelId="{4BCD6779-F270-2540-8EE1-A7288D07ED62}" type="sibTrans" cxnId="{379BDBA8-C0F0-7443-99AA-42206F89E6BA}">
      <dgm:prSet/>
      <dgm:spPr/>
      <dgm:t>
        <a:bodyPr/>
        <a:lstStyle/>
        <a:p>
          <a:endParaRPr lang="en-US"/>
        </a:p>
      </dgm:t>
    </dgm:pt>
    <dgm:pt modelId="{ECF8A2B1-114A-4341-A6D8-FDC989557561}">
      <dgm:prSet phldrT="[Text]"/>
      <dgm:spPr/>
      <dgm:t>
        <a:bodyPr/>
        <a:lstStyle/>
        <a:p>
          <a:r>
            <a:rPr lang="en-US" dirty="0" smtClean="0"/>
            <a:t>Proc0</a:t>
          </a:r>
          <a:endParaRPr lang="en-US" dirty="0"/>
        </a:p>
      </dgm:t>
    </dgm:pt>
    <dgm:pt modelId="{25CE938D-7F39-134F-BAC6-32363E881ED3}" type="parTrans" cxnId="{1694FE59-B718-6246-A34E-818E2B3ED4C8}">
      <dgm:prSet/>
      <dgm:spPr/>
      <dgm:t>
        <a:bodyPr/>
        <a:lstStyle/>
        <a:p>
          <a:endParaRPr lang="en-US"/>
        </a:p>
      </dgm:t>
    </dgm:pt>
    <dgm:pt modelId="{D6C7C0B5-FD81-1740-ADB6-0FA4DFAF532B}" type="sibTrans" cxnId="{1694FE59-B718-6246-A34E-818E2B3ED4C8}">
      <dgm:prSet/>
      <dgm:spPr/>
      <dgm:t>
        <a:bodyPr/>
        <a:lstStyle/>
        <a:p>
          <a:endParaRPr lang="en-US"/>
        </a:p>
      </dgm:t>
    </dgm:pt>
    <dgm:pt modelId="{014B6D81-1B65-EB4B-99A6-A30DFCC3D83E}">
      <dgm:prSet phldrT="[Text]"/>
      <dgm:spPr/>
      <dgm:t>
        <a:bodyPr/>
        <a:lstStyle/>
        <a:p>
          <a:r>
            <a:rPr lang="en-US" dirty="0" smtClean="0"/>
            <a:t>Proc1</a:t>
          </a:r>
          <a:endParaRPr lang="en-US" dirty="0"/>
        </a:p>
      </dgm:t>
    </dgm:pt>
    <dgm:pt modelId="{D677F379-C0AA-B54B-895F-422F91E5217C}" type="parTrans" cxnId="{7E3B33D9-4444-A147-8A49-09BB94507B93}">
      <dgm:prSet/>
      <dgm:spPr/>
      <dgm:t>
        <a:bodyPr/>
        <a:lstStyle/>
        <a:p>
          <a:endParaRPr lang="en-US"/>
        </a:p>
      </dgm:t>
    </dgm:pt>
    <dgm:pt modelId="{4730D410-DA5F-6E46-A8C8-25CA3E081779}" type="sibTrans" cxnId="{7E3B33D9-4444-A147-8A49-09BB94507B93}">
      <dgm:prSet/>
      <dgm:spPr/>
      <dgm:t>
        <a:bodyPr/>
        <a:lstStyle/>
        <a:p>
          <a:endParaRPr lang="en-US"/>
        </a:p>
      </dgm:t>
    </dgm:pt>
    <dgm:pt modelId="{11BE1243-4F05-3B44-A21C-0E17BADA5829}">
      <dgm:prSet phldrT="[Text]"/>
      <dgm:spPr/>
      <dgm:t>
        <a:bodyPr/>
        <a:lstStyle/>
        <a:p>
          <a:r>
            <a:rPr lang="en-US" dirty="0" smtClean="0"/>
            <a:t>Proc2</a:t>
          </a:r>
          <a:endParaRPr lang="en-US" dirty="0"/>
        </a:p>
      </dgm:t>
    </dgm:pt>
    <dgm:pt modelId="{5B49E530-F325-AA44-AC4B-D6394097D78F}" type="parTrans" cxnId="{A7B38455-AE79-3F43-9CA1-836614F81508}">
      <dgm:prSet/>
      <dgm:spPr/>
      <dgm:t>
        <a:bodyPr/>
        <a:lstStyle/>
        <a:p>
          <a:endParaRPr lang="en-US"/>
        </a:p>
      </dgm:t>
    </dgm:pt>
    <dgm:pt modelId="{8906CC84-5DFF-9848-9735-D45403F367E1}" type="sibTrans" cxnId="{A7B38455-AE79-3F43-9CA1-836614F81508}">
      <dgm:prSet/>
      <dgm:spPr/>
      <dgm:t>
        <a:bodyPr/>
        <a:lstStyle/>
        <a:p>
          <a:endParaRPr lang="en-US"/>
        </a:p>
      </dgm:t>
    </dgm:pt>
    <dgm:pt modelId="{17AD7E90-BE54-3E47-A83F-F4107FEE5CCD}">
      <dgm:prSet phldrT="[Text]"/>
      <dgm:spPr/>
      <dgm:t>
        <a:bodyPr/>
        <a:lstStyle/>
        <a:p>
          <a:r>
            <a:rPr lang="en-US" dirty="0" smtClean="0"/>
            <a:t>…</a:t>
          </a:r>
          <a:endParaRPr lang="en-US" dirty="0"/>
        </a:p>
      </dgm:t>
    </dgm:pt>
    <dgm:pt modelId="{41333597-AE71-D245-B7C9-A16340ACD39B}" type="parTrans" cxnId="{57A51E72-E2A7-3345-A28B-A154CAE7982F}">
      <dgm:prSet/>
      <dgm:spPr/>
      <dgm:t>
        <a:bodyPr/>
        <a:lstStyle/>
        <a:p>
          <a:endParaRPr lang="en-US"/>
        </a:p>
      </dgm:t>
    </dgm:pt>
    <dgm:pt modelId="{5D69EE43-B92D-E64C-8662-7EEFDC1A4378}" type="sibTrans" cxnId="{57A51E72-E2A7-3345-A28B-A154CAE7982F}">
      <dgm:prSet/>
      <dgm:spPr/>
      <dgm:t>
        <a:bodyPr/>
        <a:lstStyle/>
        <a:p>
          <a:endParaRPr lang="en-US"/>
        </a:p>
      </dgm:t>
    </dgm:pt>
    <dgm:pt modelId="{5A406732-7C87-8847-A060-8AFA24D1FDB4}">
      <dgm:prSet phldrT="[Text]"/>
      <dgm:spPr/>
      <dgm:t>
        <a:bodyPr/>
        <a:lstStyle/>
        <a:p>
          <a:r>
            <a:rPr lang="en-US" dirty="0" smtClean="0"/>
            <a:t>…</a:t>
          </a:r>
          <a:endParaRPr lang="en-US" dirty="0"/>
        </a:p>
      </dgm:t>
    </dgm:pt>
    <dgm:pt modelId="{ABBBC0C8-5578-4A49-B760-9D11F607C3CF}" type="parTrans" cxnId="{11EFBECE-D907-0744-AF1B-2BDBED2CFFCD}">
      <dgm:prSet/>
      <dgm:spPr/>
      <dgm:t>
        <a:bodyPr/>
        <a:lstStyle/>
        <a:p>
          <a:endParaRPr lang="en-US"/>
        </a:p>
      </dgm:t>
    </dgm:pt>
    <dgm:pt modelId="{6EA26A01-3421-7642-8EBB-4D754FBCC5EB}" type="sibTrans" cxnId="{11EFBECE-D907-0744-AF1B-2BDBED2CFFCD}">
      <dgm:prSet/>
      <dgm:spPr/>
      <dgm:t>
        <a:bodyPr/>
        <a:lstStyle/>
        <a:p>
          <a:endParaRPr lang="en-US"/>
        </a:p>
      </dgm:t>
    </dgm:pt>
    <dgm:pt modelId="{4A944F92-031C-A243-8AEA-AD8338655C32}">
      <dgm:prSet phldrT="[Text]"/>
      <dgm:spPr/>
      <dgm:t>
        <a:bodyPr/>
        <a:lstStyle/>
        <a:p>
          <a:r>
            <a:rPr lang="en-US" dirty="0" err="1" smtClean="0"/>
            <a:t>ProcN</a:t>
          </a:r>
          <a:endParaRPr lang="en-US" dirty="0"/>
        </a:p>
      </dgm:t>
    </dgm:pt>
    <dgm:pt modelId="{FD28682E-132F-2C4C-B5D6-32505A8D2014}" type="parTrans" cxnId="{23852FDA-202B-D741-95A2-EF532143F17D}">
      <dgm:prSet/>
      <dgm:spPr/>
      <dgm:t>
        <a:bodyPr/>
        <a:lstStyle/>
        <a:p>
          <a:endParaRPr lang="en-US"/>
        </a:p>
      </dgm:t>
    </dgm:pt>
    <dgm:pt modelId="{7867562F-73E5-A44F-8DC8-0DA923E7BCBB}" type="sibTrans" cxnId="{23852FDA-202B-D741-95A2-EF532143F17D}">
      <dgm:prSet/>
      <dgm:spPr/>
      <dgm:t>
        <a:bodyPr/>
        <a:lstStyle/>
        <a:p>
          <a:endParaRPr lang="en-US"/>
        </a:p>
      </dgm:t>
    </dgm:pt>
    <dgm:pt modelId="{3FE6A2B6-5A23-C640-9348-FA86A4D1E3CA}" type="pres">
      <dgm:prSet presAssocID="{D0213B0A-FE91-EF44-BBAE-9A505D41EDA9}" presName="hierChild1" presStyleCnt="0">
        <dgm:presLayoutVars>
          <dgm:orgChart val="1"/>
          <dgm:chPref val="1"/>
          <dgm:dir/>
          <dgm:animOne val="branch"/>
          <dgm:animLvl val="lvl"/>
          <dgm:resizeHandles/>
        </dgm:presLayoutVars>
      </dgm:prSet>
      <dgm:spPr/>
      <dgm:t>
        <a:bodyPr/>
        <a:lstStyle/>
        <a:p>
          <a:endParaRPr lang="en-US"/>
        </a:p>
      </dgm:t>
    </dgm:pt>
    <dgm:pt modelId="{B09DBFD0-FF99-A34C-A105-6BC14DE0FE12}" type="pres">
      <dgm:prSet presAssocID="{8B11CA12-CB61-BA48-9A9A-FB4DBA4913B4}" presName="hierRoot1" presStyleCnt="0">
        <dgm:presLayoutVars>
          <dgm:hierBranch val="init"/>
        </dgm:presLayoutVars>
      </dgm:prSet>
      <dgm:spPr/>
    </dgm:pt>
    <dgm:pt modelId="{F0DBD13C-1FB1-DE46-8834-F51742BDB2C3}" type="pres">
      <dgm:prSet presAssocID="{8B11CA12-CB61-BA48-9A9A-FB4DBA4913B4}" presName="rootComposite1" presStyleCnt="0"/>
      <dgm:spPr/>
    </dgm:pt>
    <dgm:pt modelId="{E8C5DDB5-E891-5444-9CF4-C7761DA40EAA}" type="pres">
      <dgm:prSet presAssocID="{8B11CA12-CB61-BA48-9A9A-FB4DBA4913B4}" presName="rootText1" presStyleLbl="node0" presStyleIdx="0" presStyleCnt="1">
        <dgm:presLayoutVars>
          <dgm:chPref val="3"/>
        </dgm:presLayoutVars>
      </dgm:prSet>
      <dgm:spPr/>
      <dgm:t>
        <a:bodyPr/>
        <a:lstStyle/>
        <a:p>
          <a:endParaRPr lang="en-US"/>
        </a:p>
      </dgm:t>
    </dgm:pt>
    <dgm:pt modelId="{D9AC192B-ED5C-EF4B-A56B-FBE5F6031EC5}" type="pres">
      <dgm:prSet presAssocID="{8B11CA12-CB61-BA48-9A9A-FB4DBA4913B4}" presName="rootConnector1" presStyleLbl="node1" presStyleIdx="0" presStyleCnt="0"/>
      <dgm:spPr/>
      <dgm:t>
        <a:bodyPr/>
        <a:lstStyle/>
        <a:p>
          <a:endParaRPr lang="en-US"/>
        </a:p>
      </dgm:t>
    </dgm:pt>
    <dgm:pt modelId="{36109C03-A04D-D043-9583-06AE25ADE906}" type="pres">
      <dgm:prSet presAssocID="{8B11CA12-CB61-BA48-9A9A-FB4DBA4913B4}" presName="hierChild2" presStyleCnt="0"/>
      <dgm:spPr/>
    </dgm:pt>
    <dgm:pt modelId="{F8B0701F-973C-D54C-8DFF-21FB142B95AE}" type="pres">
      <dgm:prSet presAssocID="{25CE938D-7F39-134F-BAC6-32363E881ED3}" presName="Name37" presStyleLbl="parChTrans1D2" presStyleIdx="0" presStyleCnt="6"/>
      <dgm:spPr/>
      <dgm:t>
        <a:bodyPr/>
        <a:lstStyle/>
        <a:p>
          <a:endParaRPr lang="en-US"/>
        </a:p>
      </dgm:t>
    </dgm:pt>
    <dgm:pt modelId="{13BDF704-758E-954B-BD7E-2787D63D6598}" type="pres">
      <dgm:prSet presAssocID="{ECF8A2B1-114A-4341-A6D8-FDC989557561}" presName="hierRoot2" presStyleCnt="0">
        <dgm:presLayoutVars>
          <dgm:hierBranch val="init"/>
        </dgm:presLayoutVars>
      </dgm:prSet>
      <dgm:spPr/>
    </dgm:pt>
    <dgm:pt modelId="{F666E681-46CE-714A-8CD1-DF239A43F963}" type="pres">
      <dgm:prSet presAssocID="{ECF8A2B1-114A-4341-A6D8-FDC989557561}" presName="rootComposite" presStyleCnt="0"/>
      <dgm:spPr/>
    </dgm:pt>
    <dgm:pt modelId="{87B99B7F-9BE8-E148-9F37-38045A674BCF}" type="pres">
      <dgm:prSet presAssocID="{ECF8A2B1-114A-4341-A6D8-FDC989557561}" presName="rootText" presStyleLbl="node2" presStyleIdx="0" presStyleCnt="6">
        <dgm:presLayoutVars>
          <dgm:chPref val="3"/>
        </dgm:presLayoutVars>
      </dgm:prSet>
      <dgm:spPr/>
      <dgm:t>
        <a:bodyPr/>
        <a:lstStyle/>
        <a:p>
          <a:endParaRPr lang="en-US"/>
        </a:p>
      </dgm:t>
    </dgm:pt>
    <dgm:pt modelId="{2225C641-FDDB-B345-8983-3B03F2879E96}" type="pres">
      <dgm:prSet presAssocID="{ECF8A2B1-114A-4341-A6D8-FDC989557561}" presName="rootConnector" presStyleLbl="node2" presStyleIdx="0" presStyleCnt="6"/>
      <dgm:spPr/>
      <dgm:t>
        <a:bodyPr/>
        <a:lstStyle/>
        <a:p>
          <a:endParaRPr lang="en-US"/>
        </a:p>
      </dgm:t>
    </dgm:pt>
    <dgm:pt modelId="{961FE98C-FE75-DD41-9799-A2804181A95D}" type="pres">
      <dgm:prSet presAssocID="{ECF8A2B1-114A-4341-A6D8-FDC989557561}" presName="hierChild4" presStyleCnt="0"/>
      <dgm:spPr/>
    </dgm:pt>
    <dgm:pt modelId="{C157CD53-B91A-C64A-B656-2865FFA06E18}" type="pres">
      <dgm:prSet presAssocID="{ECF8A2B1-114A-4341-A6D8-FDC989557561}" presName="hierChild5" presStyleCnt="0"/>
      <dgm:spPr/>
    </dgm:pt>
    <dgm:pt modelId="{51EC348B-8902-394B-AB35-2A7266A42F49}" type="pres">
      <dgm:prSet presAssocID="{D677F379-C0AA-B54B-895F-422F91E5217C}" presName="Name37" presStyleLbl="parChTrans1D2" presStyleIdx="1" presStyleCnt="6"/>
      <dgm:spPr/>
      <dgm:t>
        <a:bodyPr/>
        <a:lstStyle/>
        <a:p>
          <a:endParaRPr lang="en-US"/>
        </a:p>
      </dgm:t>
    </dgm:pt>
    <dgm:pt modelId="{8B02B374-4A9C-A34C-8128-D47E25B43BC8}" type="pres">
      <dgm:prSet presAssocID="{014B6D81-1B65-EB4B-99A6-A30DFCC3D83E}" presName="hierRoot2" presStyleCnt="0">
        <dgm:presLayoutVars>
          <dgm:hierBranch val="init"/>
        </dgm:presLayoutVars>
      </dgm:prSet>
      <dgm:spPr/>
    </dgm:pt>
    <dgm:pt modelId="{FE43585F-18CB-B54C-A576-0153B059F042}" type="pres">
      <dgm:prSet presAssocID="{014B6D81-1B65-EB4B-99A6-A30DFCC3D83E}" presName="rootComposite" presStyleCnt="0"/>
      <dgm:spPr/>
    </dgm:pt>
    <dgm:pt modelId="{1CB3DF86-F554-364B-BC0A-56717EB64D76}" type="pres">
      <dgm:prSet presAssocID="{014B6D81-1B65-EB4B-99A6-A30DFCC3D83E}" presName="rootText" presStyleLbl="node2" presStyleIdx="1" presStyleCnt="6">
        <dgm:presLayoutVars>
          <dgm:chPref val="3"/>
        </dgm:presLayoutVars>
      </dgm:prSet>
      <dgm:spPr/>
      <dgm:t>
        <a:bodyPr/>
        <a:lstStyle/>
        <a:p>
          <a:endParaRPr lang="en-US"/>
        </a:p>
      </dgm:t>
    </dgm:pt>
    <dgm:pt modelId="{36859BFE-6ECB-9749-956A-0F1052FC8C47}" type="pres">
      <dgm:prSet presAssocID="{014B6D81-1B65-EB4B-99A6-A30DFCC3D83E}" presName="rootConnector" presStyleLbl="node2" presStyleIdx="1" presStyleCnt="6"/>
      <dgm:spPr/>
      <dgm:t>
        <a:bodyPr/>
        <a:lstStyle/>
        <a:p>
          <a:endParaRPr lang="en-US"/>
        </a:p>
      </dgm:t>
    </dgm:pt>
    <dgm:pt modelId="{BBB2A62A-C329-2144-91E2-065A7D9FBE19}" type="pres">
      <dgm:prSet presAssocID="{014B6D81-1B65-EB4B-99A6-A30DFCC3D83E}" presName="hierChild4" presStyleCnt="0"/>
      <dgm:spPr/>
    </dgm:pt>
    <dgm:pt modelId="{A5E3A3A9-AAF2-A34C-A99D-5DE19A6A7CD0}" type="pres">
      <dgm:prSet presAssocID="{014B6D81-1B65-EB4B-99A6-A30DFCC3D83E}" presName="hierChild5" presStyleCnt="0"/>
      <dgm:spPr/>
    </dgm:pt>
    <dgm:pt modelId="{31ECE3D1-A354-5E4C-AD90-96C6FC506D69}" type="pres">
      <dgm:prSet presAssocID="{5B49E530-F325-AA44-AC4B-D6394097D78F}" presName="Name37" presStyleLbl="parChTrans1D2" presStyleIdx="2" presStyleCnt="6"/>
      <dgm:spPr/>
      <dgm:t>
        <a:bodyPr/>
        <a:lstStyle/>
        <a:p>
          <a:endParaRPr lang="en-US"/>
        </a:p>
      </dgm:t>
    </dgm:pt>
    <dgm:pt modelId="{6810D4F5-C926-BB4E-8E41-ADED20B85E35}" type="pres">
      <dgm:prSet presAssocID="{11BE1243-4F05-3B44-A21C-0E17BADA5829}" presName="hierRoot2" presStyleCnt="0">
        <dgm:presLayoutVars>
          <dgm:hierBranch val="init"/>
        </dgm:presLayoutVars>
      </dgm:prSet>
      <dgm:spPr/>
    </dgm:pt>
    <dgm:pt modelId="{405C5A9F-3787-F442-80A0-7AE83A0D3A81}" type="pres">
      <dgm:prSet presAssocID="{11BE1243-4F05-3B44-A21C-0E17BADA5829}" presName="rootComposite" presStyleCnt="0"/>
      <dgm:spPr/>
    </dgm:pt>
    <dgm:pt modelId="{67901C4D-36DF-324C-8015-A4B36289E8B1}" type="pres">
      <dgm:prSet presAssocID="{11BE1243-4F05-3B44-A21C-0E17BADA5829}" presName="rootText" presStyleLbl="node2" presStyleIdx="2" presStyleCnt="6">
        <dgm:presLayoutVars>
          <dgm:chPref val="3"/>
        </dgm:presLayoutVars>
      </dgm:prSet>
      <dgm:spPr/>
      <dgm:t>
        <a:bodyPr/>
        <a:lstStyle/>
        <a:p>
          <a:endParaRPr lang="en-US"/>
        </a:p>
      </dgm:t>
    </dgm:pt>
    <dgm:pt modelId="{ED80DB52-839E-A547-9861-C5AE61B98969}" type="pres">
      <dgm:prSet presAssocID="{11BE1243-4F05-3B44-A21C-0E17BADA5829}" presName="rootConnector" presStyleLbl="node2" presStyleIdx="2" presStyleCnt="6"/>
      <dgm:spPr/>
      <dgm:t>
        <a:bodyPr/>
        <a:lstStyle/>
        <a:p>
          <a:endParaRPr lang="en-US"/>
        </a:p>
      </dgm:t>
    </dgm:pt>
    <dgm:pt modelId="{77C8B419-0689-7748-A2B0-19650D263DF6}" type="pres">
      <dgm:prSet presAssocID="{11BE1243-4F05-3B44-A21C-0E17BADA5829}" presName="hierChild4" presStyleCnt="0"/>
      <dgm:spPr/>
    </dgm:pt>
    <dgm:pt modelId="{4DDAF535-A3D5-AA4B-B342-9317995D83F3}" type="pres">
      <dgm:prSet presAssocID="{11BE1243-4F05-3B44-A21C-0E17BADA5829}" presName="hierChild5" presStyleCnt="0"/>
      <dgm:spPr/>
    </dgm:pt>
    <dgm:pt modelId="{DAB52752-B0AA-AB4B-91B6-93ED40836A89}" type="pres">
      <dgm:prSet presAssocID="{41333597-AE71-D245-B7C9-A16340ACD39B}" presName="Name37" presStyleLbl="parChTrans1D2" presStyleIdx="3" presStyleCnt="6"/>
      <dgm:spPr/>
      <dgm:t>
        <a:bodyPr/>
        <a:lstStyle/>
        <a:p>
          <a:endParaRPr lang="en-US"/>
        </a:p>
      </dgm:t>
    </dgm:pt>
    <dgm:pt modelId="{5D593DBB-5080-FD47-95B6-D169BB32BE05}" type="pres">
      <dgm:prSet presAssocID="{17AD7E90-BE54-3E47-A83F-F4107FEE5CCD}" presName="hierRoot2" presStyleCnt="0">
        <dgm:presLayoutVars>
          <dgm:hierBranch val="init"/>
        </dgm:presLayoutVars>
      </dgm:prSet>
      <dgm:spPr/>
    </dgm:pt>
    <dgm:pt modelId="{D0935393-9143-F340-8DED-A5579FC9B3BA}" type="pres">
      <dgm:prSet presAssocID="{17AD7E90-BE54-3E47-A83F-F4107FEE5CCD}" presName="rootComposite" presStyleCnt="0"/>
      <dgm:spPr/>
    </dgm:pt>
    <dgm:pt modelId="{6D45D9AA-F97B-264F-97F2-461A571A3485}" type="pres">
      <dgm:prSet presAssocID="{17AD7E90-BE54-3E47-A83F-F4107FEE5CCD}" presName="rootText" presStyleLbl="node2" presStyleIdx="3" presStyleCnt="6">
        <dgm:presLayoutVars>
          <dgm:chPref val="3"/>
        </dgm:presLayoutVars>
      </dgm:prSet>
      <dgm:spPr/>
      <dgm:t>
        <a:bodyPr/>
        <a:lstStyle/>
        <a:p>
          <a:endParaRPr lang="en-US"/>
        </a:p>
      </dgm:t>
    </dgm:pt>
    <dgm:pt modelId="{49782CCC-187C-B544-877A-661F30A05AE3}" type="pres">
      <dgm:prSet presAssocID="{17AD7E90-BE54-3E47-A83F-F4107FEE5CCD}" presName="rootConnector" presStyleLbl="node2" presStyleIdx="3" presStyleCnt="6"/>
      <dgm:spPr/>
      <dgm:t>
        <a:bodyPr/>
        <a:lstStyle/>
        <a:p>
          <a:endParaRPr lang="en-US"/>
        </a:p>
      </dgm:t>
    </dgm:pt>
    <dgm:pt modelId="{14C477B6-0B5E-A245-A8D7-1EF9D30B4320}" type="pres">
      <dgm:prSet presAssocID="{17AD7E90-BE54-3E47-A83F-F4107FEE5CCD}" presName="hierChild4" presStyleCnt="0"/>
      <dgm:spPr/>
    </dgm:pt>
    <dgm:pt modelId="{837B49B2-7438-D645-8B9F-A7C307E21B5F}" type="pres">
      <dgm:prSet presAssocID="{17AD7E90-BE54-3E47-A83F-F4107FEE5CCD}" presName="hierChild5" presStyleCnt="0"/>
      <dgm:spPr/>
    </dgm:pt>
    <dgm:pt modelId="{79B03984-22E8-744D-B5FE-E89022F463B4}" type="pres">
      <dgm:prSet presAssocID="{ABBBC0C8-5578-4A49-B760-9D11F607C3CF}" presName="Name37" presStyleLbl="parChTrans1D2" presStyleIdx="4" presStyleCnt="6"/>
      <dgm:spPr/>
      <dgm:t>
        <a:bodyPr/>
        <a:lstStyle/>
        <a:p>
          <a:endParaRPr lang="en-US"/>
        </a:p>
      </dgm:t>
    </dgm:pt>
    <dgm:pt modelId="{22249B99-BD6D-274F-85CB-61798246212B}" type="pres">
      <dgm:prSet presAssocID="{5A406732-7C87-8847-A060-8AFA24D1FDB4}" presName="hierRoot2" presStyleCnt="0">
        <dgm:presLayoutVars>
          <dgm:hierBranch val="init"/>
        </dgm:presLayoutVars>
      </dgm:prSet>
      <dgm:spPr/>
    </dgm:pt>
    <dgm:pt modelId="{AB019188-FF31-C940-ABE6-5599AD783BC3}" type="pres">
      <dgm:prSet presAssocID="{5A406732-7C87-8847-A060-8AFA24D1FDB4}" presName="rootComposite" presStyleCnt="0"/>
      <dgm:spPr/>
    </dgm:pt>
    <dgm:pt modelId="{1185B982-A9A3-924A-91AA-5AC208BBA524}" type="pres">
      <dgm:prSet presAssocID="{5A406732-7C87-8847-A060-8AFA24D1FDB4}" presName="rootText" presStyleLbl="node2" presStyleIdx="4" presStyleCnt="6">
        <dgm:presLayoutVars>
          <dgm:chPref val="3"/>
        </dgm:presLayoutVars>
      </dgm:prSet>
      <dgm:spPr/>
      <dgm:t>
        <a:bodyPr/>
        <a:lstStyle/>
        <a:p>
          <a:endParaRPr lang="en-US"/>
        </a:p>
      </dgm:t>
    </dgm:pt>
    <dgm:pt modelId="{F7B51651-4CBE-694E-8E86-8E90CFCA04E8}" type="pres">
      <dgm:prSet presAssocID="{5A406732-7C87-8847-A060-8AFA24D1FDB4}" presName="rootConnector" presStyleLbl="node2" presStyleIdx="4" presStyleCnt="6"/>
      <dgm:spPr/>
      <dgm:t>
        <a:bodyPr/>
        <a:lstStyle/>
        <a:p>
          <a:endParaRPr lang="en-US"/>
        </a:p>
      </dgm:t>
    </dgm:pt>
    <dgm:pt modelId="{82B37203-325D-2042-8F71-F33C59412604}" type="pres">
      <dgm:prSet presAssocID="{5A406732-7C87-8847-A060-8AFA24D1FDB4}" presName="hierChild4" presStyleCnt="0"/>
      <dgm:spPr/>
    </dgm:pt>
    <dgm:pt modelId="{8A3B6FCD-9751-D34F-8A26-04EDD69559A9}" type="pres">
      <dgm:prSet presAssocID="{5A406732-7C87-8847-A060-8AFA24D1FDB4}" presName="hierChild5" presStyleCnt="0"/>
      <dgm:spPr/>
    </dgm:pt>
    <dgm:pt modelId="{F6914DE8-9CA0-4444-84CB-AEC704151AF4}" type="pres">
      <dgm:prSet presAssocID="{FD28682E-132F-2C4C-B5D6-32505A8D2014}" presName="Name37" presStyleLbl="parChTrans1D2" presStyleIdx="5" presStyleCnt="6"/>
      <dgm:spPr/>
      <dgm:t>
        <a:bodyPr/>
        <a:lstStyle/>
        <a:p>
          <a:endParaRPr lang="en-US"/>
        </a:p>
      </dgm:t>
    </dgm:pt>
    <dgm:pt modelId="{16822F84-4C5F-D141-8933-B9CE5A6C469B}" type="pres">
      <dgm:prSet presAssocID="{4A944F92-031C-A243-8AEA-AD8338655C32}" presName="hierRoot2" presStyleCnt="0">
        <dgm:presLayoutVars>
          <dgm:hierBranch val="init"/>
        </dgm:presLayoutVars>
      </dgm:prSet>
      <dgm:spPr/>
    </dgm:pt>
    <dgm:pt modelId="{D88755D4-0FFE-6742-B0B0-FB6BE415F9B4}" type="pres">
      <dgm:prSet presAssocID="{4A944F92-031C-A243-8AEA-AD8338655C32}" presName="rootComposite" presStyleCnt="0"/>
      <dgm:spPr/>
    </dgm:pt>
    <dgm:pt modelId="{203E2DBF-1401-2C4D-822F-EE5D58A27B25}" type="pres">
      <dgm:prSet presAssocID="{4A944F92-031C-A243-8AEA-AD8338655C32}" presName="rootText" presStyleLbl="node2" presStyleIdx="5" presStyleCnt="6">
        <dgm:presLayoutVars>
          <dgm:chPref val="3"/>
        </dgm:presLayoutVars>
      </dgm:prSet>
      <dgm:spPr/>
      <dgm:t>
        <a:bodyPr/>
        <a:lstStyle/>
        <a:p>
          <a:endParaRPr lang="en-US"/>
        </a:p>
      </dgm:t>
    </dgm:pt>
    <dgm:pt modelId="{7CB8C2B4-0EF8-D74E-8CD2-88614876A44F}" type="pres">
      <dgm:prSet presAssocID="{4A944F92-031C-A243-8AEA-AD8338655C32}" presName="rootConnector" presStyleLbl="node2" presStyleIdx="5" presStyleCnt="6"/>
      <dgm:spPr/>
      <dgm:t>
        <a:bodyPr/>
        <a:lstStyle/>
        <a:p>
          <a:endParaRPr lang="en-US"/>
        </a:p>
      </dgm:t>
    </dgm:pt>
    <dgm:pt modelId="{DD13C765-F35C-8F4C-9660-235781E029A4}" type="pres">
      <dgm:prSet presAssocID="{4A944F92-031C-A243-8AEA-AD8338655C32}" presName="hierChild4" presStyleCnt="0"/>
      <dgm:spPr/>
    </dgm:pt>
    <dgm:pt modelId="{749855BB-07AA-7F4A-9944-B5E13A9B37F9}" type="pres">
      <dgm:prSet presAssocID="{4A944F92-031C-A243-8AEA-AD8338655C32}" presName="hierChild5" presStyleCnt="0"/>
      <dgm:spPr/>
    </dgm:pt>
    <dgm:pt modelId="{197BE4C5-ADAF-BE4B-BD6B-E7EDE5E5B8F4}" type="pres">
      <dgm:prSet presAssocID="{8B11CA12-CB61-BA48-9A9A-FB4DBA4913B4}" presName="hierChild3" presStyleCnt="0"/>
      <dgm:spPr/>
    </dgm:pt>
  </dgm:ptLst>
  <dgm:cxnLst>
    <dgm:cxn modelId="{9D063E7A-29C2-3647-9863-3500AA1EAD98}" type="presOf" srcId="{FD28682E-132F-2C4C-B5D6-32505A8D2014}" destId="{F6914DE8-9CA0-4444-84CB-AEC704151AF4}" srcOrd="0" destOrd="0" presId="urn:microsoft.com/office/officeart/2005/8/layout/orgChart1"/>
    <dgm:cxn modelId="{5408F3A0-3B8C-A34D-A023-D39EF80778F3}" type="presOf" srcId="{25CE938D-7F39-134F-BAC6-32363E881ED3}" destId="{F8B0701F-973C-D54C-8DFF-21FB142B95AE}" srcOrd="0" destOrd="0" presId="urn:microsoft.com/office/officeart/2005/8/layout/orgChart1"/>
    <dgm:cxn modelId="{E5B56AA8-4A57-6547-9CD4-C79866167421}" type="presOf" srcId="{D677F379-C0AA-B54B-895F-422F91E5217C}" destId="{51EC348B-8902-394B-AB35-2A7266A42F49}" srcOrd="0" destOrd="0" presId="urn:microsoft.com/office/officeart/2005/8/layout/orgChart1"/>
    <dgm:cxn modelId="{A7B38455-AE79-3F43-9CA1-836614F81508}" srcId="{8B11CA12-CB61-BA48-9A9A-FB4DBA4913B4}" destId="{11BE1243-4F05-3B44-A21C-0E17BADA5829}" srcOrd="2" destOrd="0" parTransId="{5B49E530-F325-AA44-AC4B-D6394097D78F}" sibTransId="{8906CC84-5DFF-9848-9735-D45403F367E1}"/>
    <dgm:cxn modelId="{57A51E72-E2A7-3345-A28B-A154CAE7982F}" srcId="{8B11CA12-CB61-BA48-9A9A-FB4DBA4913B4}" destId="{17AD7E90-BE54-3E47-A83F-F4107FEE5CCD}" srcOrd="3" destOrd="0" parTransId="{41333597-AE71-D245-B7C9-A16340ACD39B}" sibTransId="{5D69EE43-B92D-E64C-8662-7EEFDC1A4378}"/>
    <dgm:cxn modelId="{9CC885EA-0E9A-F34A-A33C-B3B8EAD044B5}" type="presOf" srcId="{41333597-AE71-D245-B7C9-A16340ACD39B}" destId="{DAB52752-B0AA-AB4B-91B6-93ED40836A89}" srcOrd="0" destOrd="0" presId="urn:microsoft.com/office/officeart/2005/8/layout/orgChart1"/>
    <dgm:cxn modelId="{39B95440-A28D-E648-B5E7-38C964711FED}" type="presOf" srcId="{ECF8A2B1-114A-4341-A6D8-FDC989557561}" destId="{87B99B7F-9BE8-E148-9F37-38045A674BCF}" srcOrd="0" destOrd="0" presId="urn:microsoft.com/office/officeart/2005/8/layout/orgChart1"/>
    <dgm:cxn modelId="{7E3B33D9-4444-A147-8A49-09BB94507B93}" srcId="{8B11CA12-CB61-BA48-9A9A-FB4DBA4913B4}" destId="{014B6D81-1B65-EB4B-99A6-A30DFCC3D83E}" srcOrd="1" destOrd="0" parTransId="{D677F379-C0AA-B54B-895F-422F91E5217C}" sibTransId="{4730D410-DA5F-6E46-A8C8-25CA3E081779}"/>
    <dgm:cxn modelId="{B3557038-0F84-4041-AE82-FE648479AB6A}" type="presOf" srcId="{5A406732-7C87-8847-A060-8AFA24D1FDB4}" destId="{F7B51651-4CBE-694E-8E86-8E90CFCA04E8}" srcOrd="1" destOrd="0" presId="urn:microsoft.com/office/officeart/2005/8/layout/orgChart1"/>
    <dgm:cxn modelId="{379BDBA8-C0F0-7443-99AA-42206F89E6BA}" srcId="{D0213B0A-FE91-EF44-BBAE-9A505D41EDA9}" destId="{8B11CA12-CB61-BA48-9A9A-FB4DBA4913B4}" srcOrd="0" destOrd="0" parTransId="{2CAEE437-CC93-924F-9295-AE40AC0AA963}" sibTransId="{4BCD6779-F270-2540-8EE1-A7288D07ED62}"/>
    <dgm:cxn modelId="{6CE985DB-83DA-FA4C-8148-DF95F15D0E0B}" type="presOf" srcId="{4A944F92-031C-A243-8AEA-AD8338655C32}" destId="{203E2DBF-1401-2C4D-822F-EE5D58A27B25}" srcOrd="0" destOrd="0" presId="urn:microsoft.com/office/officeart/2005/8/layout/orgChart1"/>
    <dgm:cxn modelId="{9320FAF6-639D-E749-944F-A4237363FC9F}" type="presOf" srcId="{8B11CA12-CB61-BA48-9A9A-FB4DBA4913B4}" destId="{E8C5DDB5-E891-5444-9CF4-C7761DA40EAA}" srcOrd="0" destOrd="0" presId="urn:microsoft.com/office/officeart/2005/8/layout/orgChart1"/>
    <dgm:cxn modelId="{11EFBECE-D907-0744-AF1B-2BDBED2CFFCD}" srcId="{8B11CA12-CB61-BA48-9A9A-FB4DBA4913B4}" destId="{5A406732-7C87-8847-A060-8AFA24D1FDB4}" srcOrd="4" destOrd="0" parTransId="{ABBBC0C8-5578-4A49-B760-9D11F607C3CF}" sibTransId="{6EA26A01-3421-7642-8EBB-4D754FBCC5EB}"/>
    <dgm:cxn modelId="{0D3FA2EB-BF22-8A44-884B-7ABCB6EF310C}" type="presOf" srcId="{11BE1243-4F05-3B44-A21C-0E17BADA5829}" destId="{67901C4D-36DF-324C-8015-A4B36289E8B1}" srcOrd="0" destOrd="0" presId="urn:microsoft.com/office/officeart/2005/8/layout/orgChart1"/>
    <dgm:cxn modelId="{944CBBC7-19BE-A84B-A6C7-E55B56A47D24}" type="presOf" srcId="{ECF8A2B1-114A-4341-A6D8-FDC989557561}" destId="{2225C641-FDDB-B345-8983-3B03F2879E96}" srcOrd="1" destOrd="0" presId="urn:microsoft.com/office/officeart/2005/8/layout/orgChart1"/>
    <dgm:cxn modelId="{87D55FB7-202F-9449-8282-BF77B094F6AA}" type="presOf" srcId="{4A944F92-031C-A243-8AEA-AD8338655C32}" destId="{7CB8C2B4-0EF8-D74E-8CD2-88614876A44F}" srcOrd="1" destOrd="0" presId="urn:microsoft.com/office/officeart/2005/8/layout/orgChart1"/>
    <dgm:cxn modelId="{36515D82-72DD-4B40-B840-0809F66C9DB8}" type="presOf" srcId="{17AD7E90-BE54-3E47-A83F-F4107FEE5CCD}" destId="{49782CCC-187C-B544-877A-661F30A05AE3}" srcOrd="1" destOrd="0" presId="urn:microsoft.com/office/officeart/2005/8/layout/orgChart1"/>
    <dgm:cxn modelId="{EE7A2921-8E05-A74A-8ACF-20C79A3FD287}" type="presOf" srcId="{17AD7E90-BE54-3E47-A83F-F4107FEE5CCD}" destId="{6D45D9AA-F97B-264F-97F2-461A571A3485}" srcOrd="0" destOrd="0" presId="urn:microsoft.com/office/officeart/2005/8/layout/orgChart1"/>
    <dgm:cxn modelId="{1694FE59-B718-6246-A34E-818E2B3ED4C8}" srcId="{8B11CA12-CB61-BA48-9A9A-FB4DBA4913B4}" destId="{ECF8A2B1-114A-4341-A6D8-FDC989557561}" srcOrd="0" destOrd="0" parTransId="{25CE938D-7F39-134F-BAC6-32363E881ED3}" sibTransId="{D6C7C0B5-FD81-1740-ADB6-0FA4DFAF532B}"/>
    <dgm:cxn modelId="{23852FDA-202B-D741-95A2-EF532143F17D}" srcId="{8B11CA12-CB61-BA48-9A9A-FB4DBA4913B4}" destId="{4A944F92-031C-A243-8AEA-AD8338655C32}" srcOrd="5" destOrd="0" parTransId="{FD28682E-132F-2C4C-B5D6-32505A8D2014}" sibTransId="{7867562F-73E5-A44F-8DC8-0DA923E7BCBB}"/>
    <dgm:cxn modelId="{74123AEE-6EB9-524E-9301-E5CE9E485199}" type="presOf" srcId="{014B6D81-1B65-EB4B-99A6-A30DFCC3D83E}" destId="{1CB3DF86-F554-364B-BC0A-56717EB64D76}" srcOrd="0" destOrd="0" presId="urn:microsoft.com/office/officeart/2005/8/layout/orgChart1"/>
    <dgm:cxn modelId="{6CCF4342-995A-9E41-BA2F-2183241118EA}" type="presOf" srcId="{5B49E530-F325-AA44-AC4B-D6394097D78F}" destId="{31ECE3D1-A354-5E4C-AD90-96C6FC506D69}" srcOrd="0" destOrd="0" presId="urn:microsoft.com/office/officeart/2005/8/layout/orgChart1"/>
    <dgm:cxn modelId="{7D79A166-D295-8C46-A7E9-768DED822493}" type="presOf" srcId="{11BE1243-4F05-3B44-A21C-0E17BADA5829}" destId="{ED80DB52-839E-A547-9861-C5AE61B98969}" srcOrd="1" destOrd="0" presId="urn:microsoft.com/office/officeart/2005/8/layout/orgChart1"/>
    <dgm:cxn modelId="{D773147E-173E-9641-8D50-FE397603D74C}" type="presOf" srcId="{5A406732-7C87-8847-A060-8AFA24D1FDB4}" destId="{1185B982-A9A3-924A-91AA-5AC208BBA524}" srcOrd="0" destOrd="0" presId="urn:microsoft.com/office/officeart/2005/8/layout/orgChart1"/>
    <dgm:cxn modelId="{49D79D2B-7BB0-CC48-A86E-A8475B2211DA}" type="presOf" srcId="{014B6D81-1B65-EB4B-99A6-A30DFCC3D83E}" destId="{36859BFE-6ECB-9749-956A-0F1052FC8C47}" srcOrd="1" destOrd="0" presId="urn:microsoft.com/office/officeart/2005/8/layout/orgChart1"/>
    <dgm:cxn modelId="{193F3BAE-8F04-B942-A68D-DAF879B9BC29}" type="presOf" srcId="{ABBBC0C8-5578-4A49-B760-9D11F607C3CF}" destId="{79B03984-22E8-744D-B5FE-E89022F463B4}" srcOrd="0" destOrd="0" presId="urn:microsoft.com/office/officeart/2005/8/layout/orgChart1"/>
    <dgm:cxn modelId="{F6C94799-8793-274A-9981-C046CBC0EFF7}" type="presOf" srcId="{D0213B0A-FE91-EF44-BBAE-9A505D41EDA9}" destId="{3FE6A2B6-5A23-C640-9348-FA86A4D1E3CA}" srcOrd="0" destOrd="0" presId="urn:microsoft.com/office/officeart/2005/8/layout/orgChart1"/>
    <dgm:cxn modelId="{CD35618A-1E35-B644-9F3A-931B4FBDD91F}" type="presOf" srcId="{8B11CA12-CB61-BA48-9A9A-FB4DBA4913B4}" destId="{D9AC192B-ED5C-EF4B-A56B-FBE5F6031EC5}" srcOrd="1" destOrd="0" presId="urn:microsoft.com/office/officeart/2005/8/layout/orgChart1"/>
    <dgm:cxn modelId="{64C9C216-F0E7-6943-A788-72B2D70D34D8}" type="presParOf" srcId="{3FE6A2B6-5A23-C640-9348-FA86A4D1E3CA}" destId="{B09DBFD0-FF99-A34C-A105-6BC14DE0FE12}" srcOrd="0" destOrd="0" presId="urn:microsoft.com/office/officeart/2005/8/layout/orgChart1"/>
    <dgm:cxn modelId="{5B3BD6A8-BCD9-A84B-9CAF-586D0520AE26}" type="presParOf" srcId="{B09DBFD0-FF99-A34C-A105-6BC14DE0FE12}" destId="{F0DBD13C-1FB1-DE46-8834-F51742BDB2C3}" srcOrd="0" destOrd="0" presId="urn:microsoft.com/office/officeart/2005/8/layout/orgChart1"/>
    <dgm:cxn modelId="{654BB600-C85A-1846-A6D2-5B019B60D512}" type="presParOf" srcId="{F0DBD13C-1FB1-DE46-8834-F51742BDB2C3}" destId="{E8C5DDB5-E891-5444-9CF4-C7761DA40EAA}" srcOrd="0" destOrd="0" presId="urn:microsoft.com/office/officeart/2005/8/layout/orgChart1"/>
    <dgm:cxn modelId="{7FC7C863-78C7-3248-AF68-A9E84C08154A}" type="presParOf" srcId="{F0DBD13C-1FB1-DE46-8834-F51742BDB2C3}" destId="{D9AC192B-ED5C-EF4B-A56B-FBE5F6031EC5}" srcOrd="1" destOrd="0" presId="urn:microsoft.com/office/officeart/2005/8/layout/orgChart1"/>
    <dgm:cxn modelId="{5FB6002E-A091-1249-A1E5-171B29339218}" type="presParOf" srcId="{B09DBFD0-FF99-A34C-A105-6BC14DE0FE12}" destId="{36109C03-A04D-D043-9583-06AE25ADE906}" srcOrd="1" destOrd="0" presId="urn:microsoft.com/office/officeart/2005/8/layout/orgChart1"/>
    <dgm:cxn modelId="{3F61C746-53C2-8D4A-90AB-7F0D78AEA7C7}" type="presParOf" srcId="{36109C03-A04D-D043-9583-06AE25ADE906}" destId="{F8B0701F-973C-D54C-8DFF-21FB142B95AE}" srcOrd="0" destOrd="0" presId="urn:microsoft.com/office/officeart/2005/8/layout/orgChart1"/>
    <dgm:cxn modelId="{9F07C8B7-CD20-5447-9D26-0085AE120799}" type="presParOf" srcId="{36109C03-A04D-D043-9583-06AE25ADE906}" destId="{13BDF704-758E-954B-BD7E-2787D63D6598}" srcOrd="1" destOrd="0" presId="urn:microsoft.com/office/officeart/2005/8/layout/orgChart1"/>
    <dgm:cxn modelId="{BB4ED694-4978-EA4B-AFB0-A5E9622B53CC}" type="presParOf" srcId="{13BDF704-758E-954B-BD7E-2787D63D6598}" destId="{F666E681-46CE-714A-8CD1-DF239A43F963}" srcOrd="0" destOrd="0" presId="urn:microsoft.com/office/officeart/2005/8/layout/orgChart1"/>
    <dgm:cxn modelId="{B514FE18-3CE6-8949-9C53-CD6613907793}" type="presParOf" srcId="{F666E681-46CE-714A-8CD1-DF239A43F963}" destId="{87B99B7F-9BE8-E148-9F37-38045A674BCF}" srcOrd="0" destOrd="0" presId="urn:microsoft.com/office/officeart/2005/8/layout/orgChart1"/>
    <dgm:cxn modelId="{1E18017C-9B5D-574C-AE50-17A60C7146C4}" type="presParOf" srcId="{F666E681-46CE-714A-8CD1-DF239A43F963}" destId="{2225C641-FDDB-B345-8983-3B03F2879E96}" srcOrd="1" destOrd="0" presId="urn:microsoft.com/office/officeart/2005/8/layout/orgChart1"/>
    <dgm:cxn modelId="{C0F64342-8638-4245-B265-A192D9B24D3A}" type="presParOf" srcId="{13BDF704-758E-954B-BD7E-2787D63D6598}" destId="{961FE98C-FE75-DD41-9799-A2804181A95D}" srcOrd="1" destOrd="0" presId="urn:microsoft.com/office/officeart/2005/8/layout/orgChart1"/>
    <dgm:cxn modelId="{A2CF350D-63E0-104A-8F28-2134E982EC78}" type="presParOf" srcId="{13BDF704-758E-954B-BD7E-2787D63D6598}" destId="{C157CD53-B91A-C64A-B656-2865FFA06E18}" srcOrd="2" destOrd="0" presId="urn:microsoft.com/office/officeart/2005/8/layout/orgChart1"/>
    <dgm:cxn modelId="{72C6DD6D-F422-3F43-81B6-0F6954D92A0B}" type="presParOf" srcId="{36109C03-A04D-D043-9583-06AE25ADE906}" destId="{51EC348B-8902-394B-AB35-2A7266A42F49}" srcOrd="2" destOrd="0" presId="urn:microsoft.com/office/officeart/2005/8/layout/orgChart1"/>
    <dgm:cxn modelId="{F517A525-D0C3-7646-945C-984646E67278}" type="presParOf" srcId="{36109C03-A04D-D043-9583-06AE25ADE906}" destId="{8B02B374-4A9C-A34C-8128-D47E25B43BC8}" srcOrd="3" destOrd="0" presId="urn:microsoft.com/office/officeart/2005/8/layout/orgChart1"/>
    <dgm:cxn modelId="{F259EC5E-9FD3-E74E-A490-2556E525E1C7}" type="presParOf" srcId="{8B02B374-4A9C-A34C-8128-D47E25B43BC8}" destId="{FE43585F-18CB-B54C-A576-0153B059F042}" srcOrd="0" destOrd="0" presId="urn:microsoft.com/office/officeart/2005/8/layout/orgChart1"/>
    <dgm:cxn modelId="{53D4B861-FACC-6E42-A2DB-01DC9D3E5D81}" type="presParOf" srcId="{FE43585F-18CB-B54C-A576-0153B059F042}" destId="{1CB3DF86-F554-364B-BC0A-56717EB64D76}" srcOrd="0" destOrd="0" presId="urn:microsoft.com/office/officeart/2005/8/layout/orgChart1"/>
    <dgm:cxn modelId="{6E9340B6-4937-3241-9338-EBE88C7E87B4}" type="presParOf" srcId="{FE43585F-18CB-B54C-A576-0153B059F042}" destId="{36859BFE-6ECB-9749-956A-0F1052FC8C47}" srcOrd="1" destOrd="0" presId="urn:microsoft.com/office/officeart/2005/8/layout/orgChart1"/>
    <dgm:cxn modelId="{A6109BC3-C89B-2642-8CBC-231AA4AA284E}" type="presParOf" srcId="{8B02B374-4A9C-A34C-8128-D47E25B43BC8}" destId="{BBB2A62A-C329-2144-91E2-065A7D9FBE19}" srcOrd="1" destOrd="0" presId="urn:microsoft.com/office/officeart/2005/8/layout/orgChart1"/>
    <dgm:cxn modelId="{097F1FDB-6D48-534E-A34C-DC0E73D39505}" type="presParOf" srcId="{8B02B374-4A9C-A34C-8128-D47E25B43BC8}" destId="{A5E3A3A9-AAF2-A34C-A99D-5DE19A6A7CD0}" srcOrd="2" destOrd="0" presId="urn:microsoft.com/office/officeart/2005/8/layout/orgChart1"/>
    <dgm:cxn modelId="{3B9E88F4-3A5C-FD4A-8CBF-3F13A3287365}" type="presParOf" srcId="{36109C03-A04D-D043-9583-06AE25ADE906}" destId="{31ECE3D1-A354-5E4C-AD90-96C6FC506D69}" srcOrd="4" destOrd="0" presId="urn:microsoft.com/office/officeart/2005/8/layout/orgChart1"/>
    <dgm:cxn modelId="{065D2E04-71B3-4245-A407-1597B6C49AE1}" type="presParOf" srcId="{36109C03-A04D-D043-9583-06AE25ADE906}" destId="{6810D4F5-C926-BB4E-8E41-ADED20B85E35}" srcOrd="5" destOrd="0" presId="urn:microsoft.com/office/officeart/2005/8/layout/orgChart1"/>
    <dgm:cxn modelId="{7FF6FC01-6CF3-474B-B166-469E97079E01}" type="presParOf" srcId="{6810D4F5-C926-BB4E-8E41-ADED20B85E35}" destId="{405C5A9F-3787-F442-80A0-7AE83A0D3A81}" srcOrd="0" destOrd="0" presId="urn:microsoft.com/office/officeart/2005/8/layout/orgChart1"/>
    <dgm:cxn modelId="{7C55E6A0-E3D2-7F43-B6C6-F92182A074A0}" type="presParOf" srcId="{405C5A9F-3787-F442-80A0-7AE83A0D3A81}" destId="{67901C4D-36DF-324C-8015-A4B36289E8B1}" srcOrd="0" destOrd="0" presId="urn:microsoft.com/office/officeart/2005/8/layout/orgChart1"/>
    <dgm:cxn modelId="{6B065173-C203-314C-A464-7818E75739F0}" type="presParOf" srcId="{405C5A9F-3787-F442-80A0-7AE83A0D3A81}" destId="{ED80DB52-839E-A547-9861-C5AE61B98969}" srcOrd="1" destOrd="0" presId="urn:microsoft.com/office/officeart/2005/8/layout/orgChart1"/>
    <dgm:cxn modelId="{69E27E4D-3D61-5C42-A475-E81579D679BE}" type="presParOf" srcId="{6810D4F5-C926-BB4E-8E41-ADED20B85E35}" destId="{77C8B419-0689-7748-A2B0-19650D263DF6}" srcOrd="1" destOrd="0" presId="urn:microsoft.com/office/officeart/2005/8/layout/orgChart1"/>
    <dgm:cxn modelId="{0E0B76BD-6419-2F48-BDDF-D709C085709F}" type="presParOf" srcId="{6810D4F5-C926-BB4E-8E41-ADED20B85E35}" destId="{4DDAF535-A3D5-AA4B-B342-9317995D83F3}" srcOrd="2" destOrd="0" presId="urn:microsoft.com/office/officeart/2005/8/layout/orgChart1"/>
    <dgm:cxn modelId="{33151EFE-C4C7-CD49-9874-3C305FB1B26A}" type="presParOf" srcId="{36109C03-A04D-D043-9583-06AE25ADE906}" destId="{DAB52752-B0AA-AB4B-91B6-93ED40836A89}" srcOrd="6" destOrd="0" presId="urn:microsoft.com/office/officeart/2005/8/layout/orgChart1"/>
    <dgm:cxn modelId="{948B0FCA-DE02-5E49-AA71-027B96E4A2B6}" type="presParOf" srcId="{36109C03-A04D-D043-9583-06AE25ADE906}" destId="{5D593DBB-5080-FD47-95B6-D169BB32BE05}" srcOrd="7" destOrd="0" presId="urn:microsoft.com/office/officeart/2005/8/layout/orgChart1"/>
    <dgm:cxn modelId="{A54F1FF2-0B0C-924D-9FBD-D857FFF4811B}" type="presParOf" srcId="{5D593DBB-5080-FD47-95B6-D169BB32BE05}" destId="{D0935393-9143-F340-8DED-A5579FC9B3BA}" srcOrd="0" destOrd="0" presId="urn:microsoft.com/office/officeart/2005/8/layout/orgChart1"/>
    <dgm:cxn modelId="{8DEC9092-D159-FF4A-9FBA-5E5C2B8259C9}" type="presParOf" srcId="{D0935393-9143-F340-8DED-A5579FC9B3BA}" destId="{6D45D9AA-F97B-264F-97F2-461A571A3485}" srcOrd="0" destOrd="0" presId="urn:microsoft.com/office/officeart/2005/8/layout/orgChart1"/>
    <dgm:cxn modelId="{A79333F8-0A17-174E-97FB-7D959049FA97}" type="presParOf" srcId="{D0935393-9143-F340-8DED-A5579FC9B3BA}" destId="{49782CCC-187C-B544-877A-661F30A05AE3}" srcOrd="1" destOrd="0" presId="urn:microsoft.com/office/officeart/2005/8/layout/orgChart1"/>
    <dgm:cxn modelId="{9F282A48-04AB-6944-836D-9017C0BD11E0}" type="presParOf" srcId="{5D593DBB-5080-FD47-95B6-D169BB32BE05}" destId="{14C477B6-0B5E-A245-A8D7-1EF9D30B4320}" srcOrd="1" destOrd="0" presId="urn:microsoft.com/office/officeart/2005/8/layout/orgChart1"/>
    <dgm:cxn modelId="{A45202BF-8100-ED48-B213-FAF779165D6C}" type="presParOf" srcId="{5D593DBB-5080-FD47-95B6-D169BB32BE05}" destId="{837B49B2-7438-D645-8B9F-A7C307E21B5F}" srcOrd="2" destOrd="0" presId="urn:microsoft.com/office/officeart/2005/8/layout/orgChart1"/>
    <dgm:cxn modelId="{DBDDAE0E-D2AE-8944-A9E1-D0B98B3BFEEC}" type="presParOf" srcId="{36109C03-A04D-D043-9583-06AE25ADE906}" destId="{79B03984-22E8-744D-B5FE-E89022F463B4}" srcOrd="8" destOrd="0" presId="urn:microsoft.com/office/officeart/2005/8/layout/orgChart1"/>
    <dgm:cxn modelId="{674B6EFB-A455-5B47-AD8C-64257A05DD29}" type="presParOf" srcId="{36109C03-A04D-D043-9583-06AE25ADE906}" destId="{22249B99-BD6D-274F-85CB-61798246212B}" srcOrd="9" destOrd="0" presId="urn:microsoft.com/office/officeart/2005/8/layout/orgChart1"/>
    <dgm:cxn modelId="{09E86E83-9884-484A-98B9-AD5208BCB83A}" type="presParOf" srcId="{22249B99-BD6D-274F-85CB-61798246212B}" destId="{AB019188-FF31-C940-ABE6-5599AD783BC3}" srcOrd="0" destOrd="0" presId="urn:microsoft.com/office/officeart/2005/8/layout/orgChart1"/>
    <dgm:cxn modelId="{AE4309A0-A28F-0948-83CE-73824175D4C9}" type="presParOf" srcId="{AB019188-FF31-C940-ABE6-5599AD783BC3}" destId="{1185B982-A9A3-924A-91AA-5AC208BBA524}" srcOrd="0" destOrd="0" presId="urn:microsoft.com/office/officeart/2005/8/layout/orgChart1"/>
    <dgm:cxn modelId="{F1413B4B-49CD-9C41-9099-74C0C13E128B}" type="presParOf" srcId="{AB019188-FF31-C940-ABE6-5599AD783BC3}" destId="{F7B51651-4CBE-694E-8E86-8E90CFCA04E8}" srcOrd="1" destOrd="0" presId="urn:microsoft.com/office/officeart/2005/8/layout/orgChart1"/>
    <dgm:cxn modelId="{2FDCBB68-6DAE-394D-8437-8D1C041B7EDD}" type="presParOf" srcId="{22249B99-BD6D-274F-85CB-61798246212B}" destId="{82B37203-325D-2042-8F71-F33C59412604}" srcOrd="1" destOrd="0" presId="urn:microsoft.com/office/officeart/2005/8/layout/orgChart1"/>
    <dgm:cxn modelId="{BBCE10F1-5202-7F43-B5C0-5FC034528FD4}" type="presParOf" srcId="{22249B99-BD6D-274F-85CB-61798246212B}" destId="{8A3B6FCD-9751-D34F-8A26-04EDD69559A9}" srcOrd="2" destOrd="0" presId="urn:microsoft.com/office/officeart/2005/8/layout/orgChart1"/>
    <dgm:cxn modelId="{984147E9-87DE-A549-B7DE-F242B1CFACB0}" type="presParOf" srcId="{36109C03-A04D-D043-9583-06AE25ADE906}" destId="{F6914DE8-9CA0-4444-84CB-AEC704151AF4}" srcOrd="10" destOrd="0" presId="urn:microsoft.com/office/officeart/2005/8/layout/orgChart1"/>
    <dgm:cxn modelId="{6BDA7141-C014-9344-858A-3A6BB29529D2}" type="presParOf" srcId="{36109C03-A04D-D043-9583-06AE25ADE906}" destId="{16822F84-4C5F-D141-8933-B9CE5A6C469B}" srcOrd="11" destOrd="0" presId="urn:microsoft.com/office/officeart/2005/8/layout/orgChart1"/>
    <dgm:cxn modelId="{9E8C6E71-5452-C444-B59A-D558A8B3937B}" type="presParOf" srcId="{16822F84-4C5F-D141-8933-B9CE5A6C469B}" destId="{D88755D4-0FFE-6742-B0B0-FB6BE415F9B4}" srcOrd="0" destOrd="0" presId="urn:microsoft.com/office/officeart/2005/8/layout/orgChart1"/>
    <dgm:cxn modelId="{5EF803AB-06C2-8B4D-BD08-C264E48B5F1F}" type="presParOf" srcId="{D88755D4-0FFE-6742-B0B0-FB6BE415F9B4}" destId="{203E2DBF-1401-2C4D-822F-EE5D58A27B25}" srcOrd="0" destOrd="0" presId="urn:microsoft.com/office/officeart/2005/8/layout/orgChart1"/>
    <dgm:cxn modelId="{70277E19-1FEB-494E-8BCD-DC00390FBDA3}" type="presParOf" srcId="{D88755D4-0FFE-6742-B0B0-FB6BE415F9B4}" destId="{7CB8C2B4-0EF8-D74E-8CD2-88614876A44F}" srcOrd="1" destOrd="0" presId="urn:microsoft.com/office/officeart/2005/8/layout/orgChart1"/>
    <dgm:cxn modelId="{3B41672A-4202-E846-922A-9FC7A5EDE733}" type="presParOf" srcId="{16822F84-4C5F-D141-8933-B9CE5A6C469B}" destId="{DD13C765-F35C-8F4C-9660-235781E029A4}" srcOrd="1" destOrd="0" presId="urn:microsoft.com/office/officeart/2005/8/layout/orgChart1"/>
    <dgm:cxn modelId="{4D15F930-54B1-AF40-B1EE-AAD7F18994ED}" type="presParOf" srcId="{16822F84-4C5F-D141-8933-B9CE5A6C469B}" destId="{749855BB-07AA-7F4A-9944-B5E13A9B37F9}" srcOrd="2" destOrd="0" presId="urn:microsoft.com/office/officeart/2005/8/layout/orgChart1"/>
    <dgm:cxn modelId="{4A4506D3-722B-7F4D-A0C0-5AB60EE4CDDF}" type="presParOf" srcId="{B09DBFD0-FF99-A34C-A105-6BC14DE0FE12}" destId="{197BE4C5-ADAF-BE4B-BD6B-E7EDE5E5B8F4}" srcOrd="2" destOrd="0" presId="urn:microsoft.com/office/officeart/2005/8/layout/orgChar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4478756-CAB3-CD41-989A-B80BC85FF929}">
      <dsp:nvSpPr>
        <dsp:cNvPr id="0" name=""/>
        <dsp:cNvSpPr/>
      </dsp:nvSpPr>
      <dsp:spPr>
        <a:xfrm>
          <a:off x="6930790" y="1691088"/>
          <a:ext cx="168959" cy="518142"/>
        </a:xfrm>
        <a:custGeom>
          <a:avLst/>
          <a:gdLst/>
          <a:ahLst/>
          <a:cxnLst/>
          <a:rect l="0" t="0" r="0" b="0"/>
          <a:pathLst>
            <a:path>
              <a:moveTo>
                <a:pt x="0" y="0"/>
              </a:moveTo>
              <a:lnTo>
                <a:pt x="0" y="518142"/>
              </a:lnTo>
              <a:lnTo>
                <a:pt x="168959" y="518142"/>
              </a:lnTo>
            </a:path>
          </a:pathLst>
        </a:custGeom>
        <a:noFill/>
        <a:ln w="952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D00DBA5-C0E5-0A48-AEFC-C195B684F9CA}">
      <dsp:nvSpPr>
        <dsp:cNvPr id="0" name=""/>
        <dsp:cNvSpPr/>
      </dsp:nvSpPr>
      <dsp:spPr>
        <a:xfrm>
          <a:off x="3974000" y="891346"/>
          <a:ext cx="3407348" cy="236543"/>
        </a:xfrm>
        <a:custGeom>
          <a:avLst/>
          <a:gdLst/>
          <a:ahLst/>
          <a:cxnLst/>
          <a:rect l="0" t="0" r="0" b="0"/>
          <a:pathLst>
            <a:path>
              <a:moveTo>
                <a:pt x="0" y="0"/>
              </a:moveTo>
              <a:lnTo>
                <a:pt x="0" y="118271"/>
              </a:lnTo>
              <a:lnTo>
                <a:pt x="3407348" y="118271"/>
              </a:lnTo>
              <a:lnTo>
                <a:pt x="3407348" y="236543"/>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BF16D12-2902-5344-91D0-ACD4448D01E2}">
      <dsp:nvSpPr>
        <dsp:cNvPr id="0" name=""/>
        <dsp:cNvSpPr/>
      </dsp:nvSpPr>
      <dsp:spPr>
        <a:xfrm>
          <a:off x="5567851" y="1691088"/>
          <a:ext cx="168959" cy="518142"/>
        </a:xfrm>
        <a:custGeom>
          <a:avLst/>
          <a:gdLst/>
          <a:ahLst/>
          <a:cxnLst/>
          <a:rect l="0" t="0" r="0" b="0"/>
          <a:pathLst>
            <a:path>
              <a:moveTo>
                <a:pt x="0" y="0"/>
              </a:moveTo>
              <a:lnTo>
                <a:pt x="0" y="518142"/>
              </a:lnTo>
              <a:lnTo>
                <a:pt x="168959" y="518142"/>
              </a:lnTo>
            </a:path>
          </a:pathLst>
        </a:custGeom>
        <a:noFill/>
        <a:ln w="952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A2535B9-F127-DC4A-84AE-37C2A8B1AABB}">
      <dsp:nvSpPr>
        <dsp:cNvPr id="0" name=""/>
        <dsp:cNvSpPr/>
      </dsp:nvSpPr>
      <dsp:spPr>
        <a:xfrm>
          <a:off x="3974000" y="891346"/>
          <a:ext cx="2044409" cy="236543"/>
        </a:xfrm>
        <a:custGeom>
          <a:avLst/>
          <a:gdLst/>
          <a:ahLst/>
          <a:cxnLst/>
          <a:rect l="0" t="0" r="0" b="0"/>
          <a:pathLst>
            <a:path>
              <a:moveTo>
                <a:pt x="0" y="0"/>
              </a:moveTo>
              <a:lnTo>
                <a:pt x="0" y="118271"/>
              </a:lnTo>
              <a:lnTo>
                <a:pt x="2044409" y="118271"/>
              </a:lnTo>
              <a:lnTo>
                <a:pt x="2044409" y="236543"/>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0C04E32-CBF0-BA44-AD5C-2D6D35D9EC99}">
      <dsp:nvSpPr>
        <dsp:cNvPr id="0" name=""/>
        <dsp:cNvSpPr/>
      </dsp:nvSpPr>
      <dsp:spPr>
        <a:xfrm>
          <a:off x="4204911" y="1691088"/>
          <a:ext cx="168959" cy="518142"/>
        </a:xfrm>
        <a:custGeom>
          <a:avLst/>
          <a:gdLst/>
          <a:ahLst/>
          <a:cxnLst/>
          <a:rect l="0" t="0" r="0" b="0"/>
          <a:pathLst>
            <a:path>
              <a:moveTo>
                <a:pt x="0" y="0"/>
              </a:moveTo>
              <a:lnTo>
                <a:pt x="0" y="518142"/>
              </a:lnTo>
              <a:lnTo>
                <a:pt x="168959" y="518142"/>
              </a:lnTo>
            </a:path>
          </a:pathLst>
        </a:custGeom>
        <a:noFill/>
        <a:ln w="952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943D1FD-EEFA-8E45-8A7D-FEDF4377A6C8}">
      <dsp:nvSpPr>
        <dsp:cNvPr id="0" name=""/>
        <dsp:cNvSpPr/>
      </dsp:nvSpPr>
      <dsp:spPr>
        <a:xfrm>
          <a:off x="3974000" y="891346"/>
          <a:ext cx="681469" cy="236543"/>
        </a:xfrm>
        <a:custGeom>
          <a:avLst/>
          <a:gdLst/>
          <a:ahLst/>
          <a:cxnLst/>
          <a:rect l="0" t="0" r="0" b="0"/>
          <a:pathLst>
            <a:path>
              <a:moveTo>
                <a:pt x="0" y="0"/>
              </a:moveTo>
              <a:lnTo>
                <a:pt x="0" y="118271"/>
              </a:lnTo>
              <a:lnTo>
                <a:pt x="681469" y="118271"/>
              </a:lnTo>
              <a:lnTo>
                <a:pt x="681469" y="236543"/>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EF9AF1D-0556-A046-A5BB-D43927806CB1}">
      <dsp:nvSpPr>
        <dsp:cNvPr id="0" name=""/>
        <dsp:cNvSpPr/>
      </dsp:nvSpPr>
      <dsp:spPr>
        <a:xfrm>
          <a:off x="2841972" y="1691088"/>
          <a:ext cx="168959" cy="518142"/>
        </a:xfrm>
        <a:custGeom>
          <a:avLst/>
          <a:gdLst/>
          <a:ahLst/>
          <a:cxnLst/>
          <a:rect l="0" t="0" r="0" b="0"/>
          <a:pathLst>
            <a:path>
              <a:moveTo>
                <a:pt x="0" y="0"/>
              </a:moveTo>
              <a:lnTo>
                <a:pt x="0" y="518142"/>
              </a:lnTo>
              <a:lnTo>
                <a:pt x="168959" y="518142"/>
              </a:lnTo>
            </a:path>
          </a:pathLst>
        </a:custGeom>
        <a:noFill/>
        <a:ln w="952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6588EB7-51F9-4F4A-AC30-E71926B4F340}">
      <dsp:nvSpPr>
        <dsp:cNvPr id="0" name=""/>
        <dsp:cNvSpPr/>
      </dsp:nvSpPr>
      <dsp:spPr>
        <a:xfrm>
          <a:off x="3292530" y="891346"/>
          <a:ext cx="681469" cy="236543"/>
        </a:xfrm>
        <a:custGeom>
          <a:avLst/>
          <a:gdLst/>
          <a:ahLst/>
          <a:cxnLst/>
          <a:rect l="0" t="0" r="0" b="0"/>
          <a:pathLst>
            <a:path>
              <a:moveTo>
                <a:pt x="681469" y="0"/>
              </a:moveTo>
              <a:lnTo>
                <a:pt x="681469" y="118271"/>
              </a:lnTo>
              <a:lnTo>
                <a:pt x="0" y="118271"/>
              </a:lnTo>
              <a:lnTo>
                <a:pt x="0" y="236543"/>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F15FD57-175C-2A43-B607-DA36908FE4CF}">
      <dsp:nvSpPr>
        <dsp:cNvPr id="0" name=""/>
        <dsp:cNvSpPr/>
      </dsp:nvSpPr>
      <dsp:spPr>
        <a:xfrm>
          <a:off x="1479032" y="1691088"/>
          <a:ext cx="168959" cy="518142"/>
        </a:xfrm>
        <a:custGeom>
          <a:avLst/>
          <a:gdLst/>
          <a:ahLst/>
          <a:cxnLst/>
          <a:rect l="0" t="0" r="0" b="0"/>
          <a:pathLst>
            <a:path>
              <a:moveTo>
                <a:pt x="0" y="0"/>
              </a:moveTo>
              <a:lnTo>
                <a:pt x="0" y="518142"/>
              </a:lnTo>
              <a:lnTo>
                <a:pt x="168959" y="518142"/>
              </a:lnTo>
            </a:path>
          </a:pathLst>
        </a:custGeom>
        <a:noFill/>
        <a:ln w="952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FAE1BFC-A2F3-D542-A5E6-471E6FBED4A0}">
      <dsp:nvSpPr>
        <dsp:cNvPr id="0" name=""/>
        <dsp:cNvSpPr/>
      </dsp:nvSpPr>
      <dsp:spPr>
        <a:xfrm>
          <a:off x="1929591" y="891346"/>
          <a:ext cx="2044409" cy="236543"/>
        </a:xfrm>
        <a:custGeom>
          <a:avLst/>
          <a:gdLst/>
          <a:ahLst/>
          <a:cxnLst/>
          <a:rect l="0" t="0" r="0" b="0"/>
          <a:pathLst>
            <a:path>
              <a:moveTo>
                <a:pt x="2044409" y="0"/>
              </a:moveTo>
              <a:lnTo>
                <a:pt x="2044409" y="118271"/>
              </a:lnTo>
              <a:lnTo>
                <a:pt x="0" y="118271"/>
              </a:lnTo>
              <a:lnTo>
                <a:pt x="0" y="236543"/>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6DF31BB-75EE-974C-B3FD-2BDA1EA9D15A}">
      <dsp:nvSpPr>
        <dsp:cNvPr id="0" name=""/>
        <dsp:cNvSpPr/>
      </dsp:nvSpPr>
      <dsp:spPr>
        <a:xfrm>
          <a:off x="116092" y="1691088"/>
          <a:ext cx="168959" cy="518142"/>
        </a:xfrm>
        <a:custGeom>
          <a:avLst/>
          <a:gdLst/>
          <a:ahLst/>
          <a:cxnLst/>
          <a:rect l="0" t="0" r="0" b="0"/>
          <a:pathLst>
            <a:path>
              <a:moveTo>
                <a:pt x="0" y="0"/>
              </a:moveTo>
              <a:lnTo>
                <a:pt x="0" y="518142"/>
              </a:lnTo>
              <a:lnTo>
                <a:pt x="168959" y="518142"/>
              </a:lnTo>
            </a:path>
          </a:pathLst>
        </a:custGeom>
        <a:noFill/>
        <a:ln w="952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52B4C1F-A230-6B4D-8E51-ACEC1D10079D}">
      <dsp:nvSpPr>
        <dsp:cNvPr id="0" name=""/>
        <dsp:cNvSpPr/>
      </dsp:nvSpPr>
      <dsp:spPr>
        <a:xfrm>
          <a:off x="566651" y="891346"/>
          <a:ext cx="3407348" cy="236543"/>
        </a:xfrm>
        <a:custGeom>
          <a:avLst/>
          <a:gdLst/>
          <a:ahLst/>
          <a:cxnLst/>
          <a:rect l="0" t="0" r="0" b="0"/>
          <a:pathLst>
            <a:path>
              <a:moveTo>
                <a:pt x="3407348" y="0"/>
              </a:moveTo>
              <a:lnTo>
                <a:pt x="3407348" y="118271"/>
              </a:lnTo>
              <a:lnTo>
                <a:pt x="0" y="118271"/>
              </a:lnTo>
              <a:lnTo>
                <a:pt x="0" y="236543"/>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632906C-D9B0-C64F-B1E8-DCDA10434C84}">
      <dsp:nvSpPr>
        <dsp:cNvPr id="0" name=""/>
        <dsp:cNvSpPr/>
      </dsp:nvSpPr>
      <dsp:spPr>
        <a:xfrm>
          <a:off x="3410802" y="328148"/>
          <a:ext cx="1126396" cy="563198"/>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Interconnect</a:t>
          </a:r>
          <a:endParaRPr lang="en-US" sz="1600" kern="1200" dirty="0"/>
        </a:p>
      </dsp:txBody>
      <dsp:txXfrm>
        <a:off x="3410802" y="328148"/>
        <a:ext cx="1126396" cy="563198"/>
      </dsp:txXfrm>
    </dsp:sp>
    <dsp:sp modelId="{8CB3A72B-B39E-A746-B1FE-69772B8004DE}">
      <dsp:nvSpPr>
        <dsp:cNvPr id="0" name=""/>
        <dsp:cNvSpPr/>
      </dsp:nvSpPr>
      <dsp:spPr>
        <a:xfrm>
          <a:off x="3453" y="1127889"/>
          <a:ext cx="1126396" cy="563198"/>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err="1" smtClean="0"/>
            <a:t>Mem</a:t>
          </a:r>
          <a:endParaRPr lang="en-US" sz="1600" kern="1200" dirty="0"/>
        </a:p>
      </dsp:txBody>
      <dsp:txXfrm>
        <a:off x="3453" y="1127889"/>
        <a:ext cx="1126396" cy="563198"/>
      </dsp:txXfrm>
    </dsp:sp>
    <dsp:sp modelId="{E2607E5A-6119-F347-B800-EEAB22C0F42B}">
      <dsp:nvSpPr>
        <dsp:cNvPr id="0" name=""/>
        <dsp:cNvSpPr/>
      </dsp:nvSpPr>
      <dsp:spPr>
        <a:xfrm>
          <a:off x="285052" y="1927631"/>
          <a:ext cx="1126396" cy="563198"/>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Proc0</a:t>
          </a:r>
          <a:endParaRPr lang="en-US" sz="1600" kern="1200" dirty="0"/>
        </a:p>
      </dsp:txBody>
      <dsp:txXfrm>
        <a:off x="285052" y="1927631"/>
        <a:ext cx="1126396" cy="563198"/>
      </dsp:txXfrm>
    </dsp:sp>
    <dsp:sp modelId="{E73143BC-3444-6248-A459-A25DFFA0D346}">
      <dsp:nvSpPr>
        <dsp:cNvPr id="0" name=""/>
        <dsp:cNvSpPr/>
      </dsp:nvSpPr>
      <dsp:spPr>
        <a:xfrm>
          <a:off x="1366392" y="1127889"/>
          <a:ext cx="1126396" cy="563198"/>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err="1" smtClean="0"/>
            <a:t>Mem</a:t>
          </a:r>
          <a:endParaRPr lang="en-US" sz="1600" kern="1200" dirty="0"/>
        </a:p>
      </dsp:txBody>
      <dsp:txXfrm>
        <a:off x="1366392" y="1127889"/>
        <a:ext cx="1126396" cy="563198"/>
      </dsp:txXfrm>
    </dsp:sp>
    <dsp:sp modelId="{04A231BA-1129-ED44-BD43-7A1485DE2009}">
      <dsp:nvSpPr>
        <dsp:cNvPr id="0" name=""/>
        <dsp:cNvSpPr/>
      </dsp:nvSpPr>
      <dsp:spPr>
        <a:xfrm>
          <a:off x="1647991" y="1927631"/>
          <a:ext cx="1126396" cy="563198"/>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Proc1</a:t>
          </a:r>
          <a:endParaRPr lang="en-US" sz="1600" kern="1200" dirty="0"/>
        </a:p>
      </dsp:txBody>
      <dsp:txXfrm>
        <a:off x="1647991" y="1927631"/>
        <a:ext cx="1126396" cy="563198"/>
      </dsp:txXfrm>
    </dsp:sp>
    <dsp:sp modelId="{7ABDD353-B701-3B4F-8489-4B3202396DB9}">
      <dsp:nvSpPr>
        <dsp:cNvPr id="0" name=""/>
        <dsp:cNvSpPr/>
      </dsp:nvSpPr>
      <dsp:spPr>
        <a:xfrm>
          <a:off x="2729332" y="1127889"/>
          <a:ext cx="1126396" cy="563198"/>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err="1" smtClean="0"/>
            <a:t>Mem</a:t>
          </a:r>
          <a:endParaRPr lang="en-US" sz="1600" kern="1200" dirty="0"/>
        </a:p>
      </dsp:txBody>
      <dsp:txXfrm>
        <a:off x="2729332" y="1127889"/>
        <a:ext cx="1126396" cy="563198"/>
      </dsp:txXfrm>
    </dsp:sp>
    <dsp:sp modelId="{0300DE12-FFFE-DA42-8F87-F9A4067F28B5}">
      <dsp:nvSpPr>
        <dsp:cNvPr id="0" name=""/>
        <dsp:cNvSpPr/>
      </dsp:nvSpPr>
      <dsp:spPr>
        <a:xfrm>
          <a:off x="3010931" y="1927631"/>
          <a:ext cx="1126396" cy="563198"/>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Proc2</a:t>
          </a:r>
          <a:endParaRPr lang="en-US" sz="1600" kern="1200" dirty="0"/>
        </a:p>
      </dsp:txBody>
      <dsp:txXfrm>
        <a:off x="3010931" y="1927631"/>
        <a:ext cx="1126396" cy="563198"/>
      </dsp:txXfrm>
    </dsp:sp>
    <dsp:sp modelId="{770810DE-2487-8646-AE9D-241A3D08F571}">
      <dsp:nvSpPr>
        <dsp:cNvPr id="0" name=""/>
        <dsp:cNvSpPr/>
      </dsp:nvSpPr>
      <dsp:spPr>
        <a:xfrm>
          <a:off x="4092272" y="1127889"/>
          <a:ext cx="1126396" cy="563198"/>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err="1" smtClean="0"/>
            <a:t>Mem</a:t>
          </a:r>
          <a:endParaRPr lang="en-US" sz="1600" kern="1200" dirty="0"/>
        </a:p>
      </dsp:txBody>
      <dsp:txXfrm>
        <a:off x="4092272" y="1127889"/>
        <a:ext cx="1126396" cy="563198"/>
      </dsp:txXfrm>
    </dsp:sp>
    <dsp:sp modelId="{4E85A180-0502-3D44-ABE1-B8A535EE2222}">
      <dsp:nvSpPr>
        <dsp:cNvPr id="0" name=""/>
        <dsp:cNvSpPr/>
      </dsp:nvSpPr>
      <dsp:spPr>
        <a:xfrm>
          <a:off x="4373871" y="1927631"/>
          <a:ext cx="1126396" cy="563198"/>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a:t>
          </a:r>
          <a:endParaRPr lang="en-US" sz="1600" kern="1200" dirty="0"/>
        </a:p>
      </dsp:txBody>
      <dsp:txXfrm>
        <a:off x="4373871" y="1927631"/>
        <a:ext cx="1126396" cy="563198"/>
      </dsp:txXfrm>
    </dsp:sp>
    <dsp:sp modelId="{062820F5-85D4-B046-B0F6-77434EF2365A}">
      <dsp:nvSpPr>
        <dsp:cNvPr id="0" name=""/>
        <dsp:cNvSpPr/>
      </dsp:nvSpPr>
      <dsp:spPr>
        <a:xfrm>
          <a:off x="5455211" y="1127889"/>
          <a:ext cx="1126396" cy="563198"/>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err="1" smtClean="0"/>
            <a:t>Mem</a:t>
          </a:r>
          <a:endParaRPr lang="en-US" sz="1600" kern="1200" dirty="0"/>
        </a:p>
      </dsp:txBody>
      <dsp:txXfrm>
        <a:off x="5455211" y="1127889"/>
        <a:ext cx="1126396" cy="563198"/>
      </dsp:txXfrm>
    </dsp:sp>
    <dsp:sp modelId="{07FE03E3-D862-F245-843C-CAF3AE604D68}">
      <dsp:nvSpPr>
        <dsp:cNvPr id="0" name=""/>
        <dsp:cNvSpPr/>
      </dsp:nvSpPr>
      <dsp:spPr>
        <a:xfrm>
          <a:off x="5736810" y="1927631"/>
          <a:ext cx="1126396" cy="563198"/>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a:t>
          </a:r>
          <a:endParaRPr lang="en-US" sz="1600" kern="1200" dirty="0"/>
        </a:p>
      </dsp:txBody>
      <dsp:txXfrm>
        <a:off x="5736810" y="1927631"/>
        <a:ext cx="1126396" cy="563198"/>
      </dsp:txXfrm>
    </dsp:sp>
    <dsp:sp modelId="{E714704B-303A-984C-A41A-E04BF8B37596}">
      <dsp:nvSpPr>
        <dsp:cNvPr id="0" name=""/>
        <dsp:cNvSpPr/>
      </dsp:nvSpPr>
      <dsp:spPr>
        <a:xfrm>
          <a:off x="6818151" y="1127889"/>
          <a:ext cx="1126396" cy="563198"/>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err="1" smtClean="0"/>
            <a:t>Mem</a:t>
          </a:r>
          <a:endParaRPr lang="en-US" sz="1600" kern="1200" dirty="0"/>
        </a:p>
      </dsp:txBody>
      <dsp:txXfrm>
        <a:off x="6818151" y="1127889"/>
        <a:ext cx="1126396" cy="563198"/>
      </dsp:txXfrm>
    </dsp:sp>
    <dsp:sp modelId="{CC95B4E5-DB96-A44F-BB10-E943FA5D9FEF}">
      <dsp:nvSpPr>
        <dsp:cNvPr id="0" name=""/>
        <dsp:cNvSpPr/>
      </dsp:nvSpPr>
      <dsp:spPr>
        <a:xfrm>
          <a:off x="7099750" y="1927631"/>
          <a:ext cx="1126396" cy="563198"/>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err="1" smtClean="0"/>
            <a:t>ProcN</a:t>
          </a:r>
          <a:endParaRPr lang="en-US" sz="1600" kern="1200" dirty="0"/>
        </a:p>
      </dsp:txBody>
      <dsp:txXfrm>
        <a:off x="7099750" y="1927631"/>
        <a:ext cx="1126396" cy="563198"/>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6914DE8-9CA0-4444-84CB-AEC704151AF4}">
      <dsp:nvSpPr>
        <dsp:cNvPr id="0" name=""/>
        <dsp:cNvSpPr/>
      </dsp:nvSpPr>
      <dsp:spPr>
        <a:xfrm>
          <a:off x="4114799" y="766667"/>
          <a:ext cx="3528904" cy="244981"/>
        </a:xfrm>
        <a:custGeom>
          <a:avLst/>
          <a:gdLst/>
          <a:ahLst/>
          <a:cxnLst/>
          <a:rect l="0" t="0" r="0" b="0"/>
          <a:pathLst>
            <a:path>
              <a:moveTo>
                <a:pt x="0" y="0"/>
              </a:moveTo>
              <a:lnTo>
                <a:pt x="0" y="122490"/>
              </a:lnTo>
              <a:lnTo>
                <a:pt x="3528904" y="122490"/>
              </a:lnTo>
              <a:lnTo>
                <a:pt x="3528904" y="244981"/>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9B03984-22E8-744D-B5FE-E89022F463B4}">
      <dsp:nvSpPr>
        <dsp:cNvPr id="0" name=""/>
        <dsp:cNvSpPr/>
      </dsp:nvSpPr>
      <dsp:spPr>
        <a:xfrm>
          <a:off x="4114799" y="766667"/>
          <a:ext cx="2117342" cy="244981"/>
        </a:xfrm>
        <a:custGeom>
          <a:avLst/>
          <a:gdLst/>
          <a:ahLst/>
          <a:cxnLst/>
          <a:rect l="0" t="0" r="0" b="0"/>
          <a:pathLst>
            <a:path>
              <a:moveTo>
                <a:pt x="0" y="0"/>
              </a:moveTo>
              <a:lnTo>
                <a:pt x="0" y="122490"/>
              </a:lnTo>
              <a:lnTo>
                <a:pt x="2117342" y="122490"/>
              </a:lnTo>
              <a:lnTo>
                <a:pt x="2117342" y="244981"/>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AB52752-B0AA-AB4B-91B6-93ED40836A89}">
      <dsp:nvSpPr>
        <dsp:cNvPr id="0" name=""/>
        <dsp:cNvSpPr/>
      </dsp:nvSpPr>
      <dsp:spPr>
        <a:xfrm>
          <a:off x="4114799" y="766667"/>
          <a:ext cx="705780" cy="244981"/>
        </a:xfrm>
        <a:custGeom>
          <a:avLst/>
          <a:gdLst/>
          <a:ahLst/>
          <a:cxnLst/>
          <a:rect l="0" t="0" r="0" b="0"/>
          <a:pathLst>
            <a:path>
              <a:moveTo>
                <a:pt x="0" y="0"/>
              </a:moveTo>
              <a:lnTo>
                <a:pt x="0" y="122490"/>
              </a:lnTo>
              <a:lnTo>
                <a:pt x="705780" y="122490"/>
              </a:lnTo>
              <a:lnTo>
                <a:pt x="705780" y="244981"/>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1ECE3D1-A354-5E4C-AD90-96C6FC506D69}">
      <dsp:nvSpPr>
        <dsp:cNvPr id="0" name=""/>
        <dsp:cNvSpPr/>
      </dsp:nvSpPr>
      <dsp:spPr>
        <a:xfrm>
          <a:off x="3409019" y="766667"/>
          <a:ext cx="705780" cy="244981"/>
        </a:xfrm>
        <a:custGeom>
          <a:avLst/>
          <a:gdLst/>
          <a:ahLst/>
          <a:cxnLst/>
          <a:rect l="0" t="0" r="0" b="0"/>
          <a:pathLst>
            <a:path>
              <a:moveTo>
                <a:pt x="705780" y="0"/>
              </a:moveTo>
              <a:lnTo>
                <a:pt x="705780" y="122490"/>
              </a:lnTo>
              <a:lnTo>
                <a:pt x="0" y="122490"/>
              </a:lnTo>
              <a:lnTo>
                <a:pt x="0" y="244981"/>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1EC348B-8902-394B-AB35-2A7266A42F49}">
      <dsp:nvSpPr>
        <dsp:cNvPr id="0" name=""/>
        <dsp:cNvSpPr/>
      </dsp:nvSpPr>
      <dsp:spPr>
        <a:xfrm>
          <a:off x="1997457" y="766667"/>
          <a:ext cx="2117342" cy="244981"/>
        </a:xfrm>
        <a:custGeom>
          <a:avLst/>
          <a:gdLst/>
          <a:ahLst/>
          <a:cxnLst/>
          <a:rect l="0" t="0" r="0" b="0"/>
          <a:pathLst>
            <a:path>
              <a:moveTo>
                <a:pt x="2117342" y="0"/>
              </a:moveTo>
              <a:lnTo>
                <a:pt x="2117342" y="122490"/>
              </a:lnTo>
              <a:lnTo>
                <a:pt x="0" y="122490"/>
              </a:lnTo>
              <a:lnTo>
                <a:pt x="0" y="244981"/>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8B0701F-973C-D54C-8DFF-21FB142B95AE}">
      <dsp:nvSpPr>
        <dsp:cNvPr id="0" name=""/>
        <dsp:cNvSpPr/>
      </dsp:nvSpPr>
      <dsp:spPr>
        <a:xfrm>
          <a:off x="585895" y="766667"/>
          <a:ext cx="3528904" cy="244981"/>
        </a:xfrm>
        <a:custGeom>
          <a:avLst/>
          <a:gdLst/>
          <a:ahLst/>
          <a:cxnLst/>
          <a:rect l="0" t="0" r="0" b="0"/>
          <a:pathLst>
            <a:path>
              <a:moveTo>
                <a:pt x="3528904" y="0"/>
              </a:moveTo>
              <a:lnTo>
                <a:pt x="3528904" y="122490"/>
              </a:lnTo>
              <a:lnTo>
                <a:pt x="0" y="122490"/>
              </a:lnTo>
              <a:lnTo>
                <a:pt x="0" y="244981"/>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8C5DDB5-E891-5444-9CF4-C7761DA40EAA}">
      <dsp:nvSpPr>
        <dsp:cNvPr id="0" name=""/>
        <dsp:cNvSpPr/>
      </dsp:nvSpPr>
      <dsp:spPr>
        <a:xfrm>
          <a:off x="3531510" y="183377"/>
          <a:ext cx="1166579" cy="583289"/>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lvl="0" algn="ctr" defTabSz="1111250">
            <a:lnSpc>
              <a:spcPct val="90000"/>
            </a:lnSpc>
            <a:spcBef>
              <a:spcPct val="0"/>
            </a:spcBef>
            <a:spcAft>
              <a:spcPct val="35000"/>
            </a:spcAft>
          </a:pPr>
          <a:r>
            <a:rPr lang="en-US" sz="2500" kern="1200" dirty="0" smtClean="0"/>
            <a:t>Memory</a:t>
          </a:r>
          <a:endParaRPr lang="en-US" sz="2500" kern="1200" dirty="0"/>
        </a:p>
      </dsp:txBody>
      <dsp:txXfrm>
        <a:off x="3531510" y="183377"/>
        <a:ext cx="1166579" cy="583289"/>
      </dsp:txXfrm>
    </dsp:sp>
    <dsp:sp modelId="{87B99B7F-9BE8-E148-9F37-38045A674BCF}">
      <dsp:nvSpPr>
        <dsp:cNvPr id="0" name=""/>
        <dsp:cNvSpPr/>
      </dsp:nvSpPr>
      <dsp:spPr>
        <a:xfrm>
          <a:off x="2605" y="1011648"/>
          <a:ext cx="1166579" cy="583289"/>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lvl="0" algn="ctr" defTabSz="1111250">
            <a:lnSpc>
              <a:spcPct val="90000"/>
            </a:lnSpc>
            <a:spcBef>
              <a:spcPct val="0"/>
            </a:spcBef>
            <a:spcAft>
              <a:spcPct val="35000"/>
            </a:spcAft>
          </a:pPr>
          <a:r>
            <a:rPr lang="en-US" sz="2500" kern="1200" dirty="0" smtClean="0"/>
            <a:t>Proc0</a:t>
          </a:r>
          <a:endParaRPr lang="en-US" sz="2500" kern="1200" dirty="0"/>
        </a:p>
      </dsp:txBody>
      <dsp:txXfrm>
        <a:off x="2605" y="1011648"/>
        <a:ext cx="1166579" cy="583289"/>
      </dsp:txXfrm>
    </dsp:sp>
    <dsp:sp modelId="{1CB3DF86-F554-364B-BC0A-56717EB64D76}">
      <dsp:nvSpPr>
        <dsp:cNvPr id="0" name=""/>
        <dsp:cNvSpPr/>
      </dsp:nvSpPr>
      <dsp:spPr>
        <a:xfrm>
          <a:off x="1414167" y="1011648"/>
          <a:ext cx="1166579" cy="583289"/>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lvl="0" algn="ctr" defTabSz="1111250">
            <a:lnSpc>
              <a:spcPct val="90000"/>
            </a:lnSpc>
            <a:spcBef>
              <a:spcPct val="0"/>
            </a:spcBef>
            <a:spcAft>
              <a:spcPct val="35000"/>
            </a:spcAft>
          </a:pPr>
          <a:r>
            <a:rPr lang="en-US" sz="2500" kern="1200" dirty="0" smtClean="0"/>
            <a:t>Proc1</a:t>
          </a:r>
          <a:endParaRPr lang="en-US" sz="2500" kern="1200" dirty="0"/>
        </a:p>
      </dsp:txBody>
      <dsp:txXfrm>
        <a:off x="1414167" y="1011648"/>
        <a:ext cx="1166579" cy="583289"/>
      </dsp:txXfrm>
    </dsp:sp>
    <dsp:sp modelId="{67901C4D-36DF-324C-8015-A4B36289E8B1}">
      <dsp:nvSpPr>
        <dsp:cNvPr id="0" name=""/>
        <dsp:cNvSpPr/>
      </dsp:nvSpPr>
      <dsp:spPr>
        <a:xfrm>
          <a:off x="2825729" y="1011648"/>
          <a:ext cx="1166579" cy="583289"/>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lvl="0" algn="ctr" defTabSz="1111250">
            <a:lnSpc>
              <a:spcPct val="90000"/>
            </a:lnSpc>
            <a:spcBef>
              <a:spcPct val="0"/>
            </a:spcBef>
            <a:spcAft>
              <a:spcPct val="35000"/>
            </a:spcAft>
          </a:pPr>
          <a:r>
            <a:rPr lang="en-US" sz="2500" kern="1200" dirty="0" smtClean="0"/>
            <a:t>Proc2</a:t>
          </a:r>
          <a:endParaRPr lang="en-US" sz="2500" kern="1200" dirty="0"/>
        </a:p>
      </dsp:txBody>
      <dsp:txXfrm>
        <a:off x="2825729" y="1011648"/>
        <a:ext cx="1166579" cy="583289"/>
      </dsp:txXfrm>
    </dsp:sp>
    <dsp:sp modelId="{6D45D9AA-F97B-264F-97F2-461A571A3485}">
      <dsp:nvSpPr>
        <dsp:cNvPr id="0" name=""/>
        <dsp:cNvSpPr/>
      </dsp:nvSpPr>
      <dsp:spPr>
        <a:xfrm>
          <a:off x="4237290" y="1011648"/>
          <a:ext cx="1166579" cy="583289"/>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lvl="0" algn="ctr" defTabSz="1111250">
            <a:lnSpc>
              <a:spcPct val="90000"/>
            </a:lnSpc>
            <a:spcBef>
              <a:spcPct val="0"/>
            </a:spcBef>
            <a:spcAft>
              <a:spcPct val="35000"/>
            </a:spcAft>
          </a:pPr>
          <a:r>
            <a:rPr lang="en-US" sz="2500" kern="1200" dirty="0" smtClean="0"/>
            <a:t>…</a:t>
          </a:r>
          <a:endParaRPr lang="en-US" sz="2500" kern="1200" dirty="0"/>
        </a:p>
      </dsp:txBody>
      <dsp:txXfrm>
        <a:off x="4237290" y="1011648"/>
        <a:ext cx="1166579" cy="583289"/>
      </dsp:txXfrm>
    </dsp:sp>
    <dsp:sp modelId="{1185B982-A9A3-924A-91AA-5AC208BBA524}">
      <dsp:nvSpPr>
        <dsp:cNvPr id="0" name=""/>
        <dsp:cNvSpPr/>
      </dsp:nvSpPr>
      <dsp:spPr>
        <a:xfrm>
          <a:off x="5648852" y="1011648"/>
          <a:ext cx="1166579" cy="583289"/>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lvl="0" algn="ctr" defTabSz="1111250">
            <a:lnSpc>
              <a:spcPct val="90000"/>
            </a:lnSpc>
            <a:spcBef>
              <a:spcPct val="0"/>
            </a:spcBef>
            <a:spcAft>
              <a:spcPct val="35000"/>
            </a:spcAft>
          </a:pPr>
          <a:r>
            <a:rPr lang="en-US" sz="2500" kern="1200" dirty="0" smtClean="0"/>
            <a:t>…</a:t>
          </a:r>
          <a:endParaRPr lang="en-US" sz="2500" kern="1200" dirty="0"/>
        </a:p>
      </dsp:txBody>
      <dsp:txXfrm>
        <a:off x="5648852" y="1011648"/>
        <a:ext cx="1166579" cy="583289"/>
      </dsp:txXfrm>
    </dsp:sp>
    <dsp:sp modelId="{203E2DBF-1401-2C4D-822F-EE5D58A27B25}">
      <dsp:nvSpPr>
        <dsp:cNvPr id="0" name=""/>
        <dsp:cNvSpPr/>
      </dsp:nvSpPr>
      <dsp:spPr>
        <a:xfrm>
          <a:off x="7060414" y="1011648"/>
          <a:ext cx="1166579" cy="583289"/>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lvl="0" algn="ctr" defTabSz="1111250">
            <a:lnSpc>
              <a:spcPct val="90000"/>
            </a:lnSpc>
            <a:spcBef>
              <a:spcPct val="0"/>
            </a:spcBef>
            <a:spcAft>
              <a:spcPct val="35000"/>
            </a:spcAft>
          </a:pPr>
          <a:r>
            <a:rPr lang="en-US" sz="2500" kern="1200" dirty="0" err="1" smtClean="0"/>
            <a:t>ProcN</a:t>
          </a:r>
          <a:endParaRPr lang="en-US" sz="2500" kern="1200" dirty="0"/>
        </a:p>
      </dsp:txBody>
      <dsp:txXfrm>
        <a:off x="7060414" y="1011648"/>
        <a:ext cx="1166579" cy="58328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43CFEA7-9839-944A-95F2-0554CEE0A6C0}" type="datetimeFigureOut">
              <a:rPr lang="en-US" smtClean="0"/>
              <a:pPr/>
              <a:t>7/14/11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98177-48C0-AA49-A5A2-E5F745965B3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3CFEA7-9839-944A-95F2-0554CEE0A6C0}" type="datetimeFigureOut">
              <a:rPr lang="en-US" smtClean="0"/>
              <a:pPr/>
              <a:t>7/14/11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98177-48C0-AA49-A5A2-E5F745965B3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43CFEA7-9839-944A-95F2-0554CEE0A6C0}" type="datetimeFigureOut">
              <a:rPr lang="en-US" smtClean="0"/>
              <a:pPr/>
              <a:t>7/14/11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98177-48C0-AA49-A5A2-E5F745965B3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43CFEA7-9839-944A-95F2-0554CEE0A6C0}" type="datetimeFigureOut">
              <a:rPr lang="en-US" smtClean="0"/>
              <a:pPr/>
              <a:t>7/14/11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98177-48C0-AA49-A5A2-E5F745965B3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43CFEA7-9839-944A-95F2-0554CEE0A6C0}" type="datetimeFigureOut">
              <a:rPr lang="en-US" smtClean="0"/>
              <a:pPr/>
              <a:t>7/14/11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98177-48C0-AA49-A5A2-E5F745965B3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43CFEA7-9839-944A-95F2-0554CEE0A6C0}" type="datetimeFigureOut">
              <a:rPr lang="en-US" smtClean="0"/>
              <a:pPr/>
              <a:t>7/14/11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98177-48C0-AA49-A5A2-E5F745965B3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3CFEA7-9839-944A-95F2-0554CEE0A6C0}" type="datetimeFigureOut">
              <a:rPr lang="en-US" smtClean="0"/>
              <a:pPr/>
              <a:t>7/14/11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98177-48C0-AA49-A5A2-E5F745965B3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3CFEA7-9839-944A-95F2-0554CEE0A6C0}" type="datetimeFigureOut">
              <a:rPr lang="en-US" smtClean="0"/>
              <a:pPr/>
              <a:t>7/14/11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98177-48C0-AA49-A5A2-E5F745965B3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3CFEA7-9839-944A-95F2-0554CEE0A6C0}" type="datetimeFigureOut">
              <a:rPr lang="en-US" smtClean="0"/>
              <a:pPr/>
              <a:t>7/14/11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98177-48C0-AA49-A5A2-E5F745965B3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3CFEA7-9839-944A-95F2-0554CEE0A6C0}" type="datetimeFigureOut">
              <a:rPr lang="en-US" smtClean="0"/>
              <a:pPr/>
              <a:t>7/14/11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98177-48C0-AA49-A5A2-E5F745965B3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3CFEA7-9839-944A-95F2-0554CEE0A6C0}" type="datetimeFigureOut">
              <a:rPr lang="en-US" smtClean="0"/>
              <a:pPr/>
              <a:t>7/14/11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98177-48C0-AA49-A5A2-E5F745965B3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3CFEA7-9839-944A-95F2-0554CEE0A6C0}" type="datetimeFigureOut">
              <a:rPr lang="en-US" smtClean="0"/>
              <a:pPr/>
              <a:t>7/14/11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98177-48C0-AA49-A5A2-E5F745965B3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1" Type="http://schemas.openxmlformats.org/officeDocument/2006/relationships/slideLayout" Target="../slideLayouts/slideLayout2.xml"/><Relationship Id="rId2"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 Id="rId1" Type="http://schemas.openxmlformats.org/officeDocument/2006/relationships/slideLayout" Target="../slideLayouts/slideLayout2.xml"/><Relationship Id="rId2"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www.openmp.org/mp-documents/OpenMP3.0-FortranCard.pdf" TargetMode="External"/><Relationship Id="rId4" Type="http://schemas.openxmlformats.org/officeDocument/2006/relationships/hyperlink" Target="http://www.openmp.org/mp-documents/OpenMP3.0-SummarySpec.pdf" TargetMode="External"/><Relationship Id="rId1" Type="http://schemas.openxmlformats.org/officeDocument/2006/relationships/slideLayout" Target="../slideLayouts/slideLayout2.xml"/><Relationship Id="rId2" Type="http://schemas.openxmlformats.org/officeDocument/2006/relationships/hyperlink" Target="http://www.openmp.org"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Introductory Course on OpenMP Programming</a:t>
            </a:r>
            <a:endParaRPr lang="en-US" dirty="0"/>
          </a:p>
        </p:txBody>
      </p:sp>
      <p:sp>
        <p:nvSpPr>
          <p:cNvPr id="3" name="Subtitle 2"/>
          <p:cNvSpPr>
            <a:spLocks noGrp="1"/>
          </p:cNvSpPr>
          <p:nvPr>
            <p:ph type="subTitle" idx="1"/>
          </p:nvPr>
        </p:nvSpPr>
        <p:spPr>
          <a:xfrm>
            <a:off x="1003766" y="3886200"/>
            <a:ext cx="7282424" cy="1752600"/>
          </a:xfrm>
        </p:spPr>
        <p:txBody>
          <a:bodyPr/>
          <a:lstStyle/>
          <a:p>
            <a:r>
              <a:rPr lang="en-US" dirty="0" smtClean="0">
                <a:solidFill>
                  <a:srgbClr val="FF0000"/>
                </a:solidFill>
              </a:rPr>
              <a:t>Swiss National Supercomputing Centre</a:t>
            </a:r>
          </a:p>
          <a:p>
            <a:r>
              <a:rPr lang="en-US" sz="1800" dirty="0" smtClean="0">
                <a:solidFill>
                  <a:srgbClr val="FF0000"/>
                </a:solidFill>
              </a:rPr>
              <a:t>National Supercomputing Service</a:t>
            </a:r>
            <a:endParaRPr lang="en-US" sz="1800" dirty="0">
              <a:solidFill>
                <a:srgbClr val="FF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idx="1"/>
          </p:nvPr>
        </p:nvSpPr>
        <p:spPr/>
        <p:txBody>
          <a:bodyPr/>
          <a:lstStyle/>
          <a:p>
            <a:r>
              <a:rPr lang="en-US" dirty="0" smtClean="0"/>
              <a:t>Basic information</a:t>
            </a:r>
          </a:p>
          <a:p>
            <a:pPr lvl="1"/>
            <a:r>
              <a:rPr lang="en-US" dirty="0" smtClean="0"/>
              <a:t>Intro to programming model.</a:t>
            </a:r>
          </a:p>
          <a:p>
            <a:pPr lvl="1"/>
            <a:r>
              <a:rPr lang="en-US" dirty="0" smtClean="0"/>
              <a:t>Directives for work parallelization and synchronization.</a:t>
            </a:r>
          </a:p>
          <a:p>
            <a:r>
              <a:rPr lang="en-US" dirty="0" smtClean="0"/>
              <a:t>Hands-on Lab</a:t>
            </a:r>
          </a:p>
          <a:p>
            <a:pPr lvl="1"/>
            <a:r>
              <a:rPr lang="en-US" dirty="0" smtClean="0"/>
              <a:t>Writing compiling and executing simple OpenMP programs.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idx="1"/>
          </p:nvPr>
        </p:nvSpPr>
        <p:spPr/>
        <p:txBody>
          <a:bodyPr/>
          <a:lstStyle/>
          <a:p>
            <a:r>
              <a:rPr lang="en-US" dirty="0" smtClean="0"/>
              <a:t>Advanced topics</a:t>
            </a:r>
          </a:p>
          <a:p>
            <a:pPr lvl="1"/>
            <a:r>
              <a:rPr lang="en-US" dirty="0" smtClean="0"/>
              <a:t>Constructs introduced in OpenMP 3.0</a:t>
            </a:r>
          </a:p>
          <a:p>
            <a:r>
              <a:rPr lang="en-US" dirty="0" smtClean="0"/>
              <a:t>Hands-on Lab</a:t>
            </a:r>
          </a:p>
          <a:p>
            <a:pPr lvl="1"/>
            <a:r>
              <a:rPr lang="en-US" dirty="0" smtClean="0"/>
              <a:t>Examples with OpenMP 3.0 directives.</a:t>
            </a:r>
          </a:p>
          <a:p>
            <a:r>
              <a:rPr lang="en-US" dirty="0" smtClean="0"/>
              <a:t>Performance Considerations</a:t>
            </a:r>
          </a:p>
          <a:p>
            <a:r>
              <a:rPr lang="en-US" dirty="0" smtClean="0"/>
              <a:t>Hybrid MPI/OpenMP</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OpenMP?	</a:t>
            </a:r>
            <a:endParaRPr lang="en-US" dirty="0"/>
          </a:p>
        </p:txBody>
      </p:sp>
      <p:sp>
        <p:nvSpPr>
          <p:cNvPr id="3" name="Content Placeholder 2"/>
          <p:cNvSpPr>
            <a:spLocks noGrp="1"/>
          </p:cNvSpPr>
          <p:nvPr>
            <p:ph idx="1"/>
          </p:nvPr>
        </p:nvSpPr>
        <p:spPr/>
        <p:txBody>
          <a:bodyPr/>
          <a:lstStyle/>
          <a:p>
            <a:r>
              <a:rPr lang="en-US" dirty="0" smtClean="0"/>
              <a:t>OpenMP = </a:t>
            </a:r>
            <a:r>
              <a:rPr lang="en-US" dirty="0" smtClean="0">
                <a:solidFill>
                  <a:srgbClr val="FF6600"/>
                </a:solidFill>
              </a:rPr>
              <a:t>Open M</a:t>
            </a:r>
            <a:r>
              <a:rPr lang="en-US" dirty="0" smtClean="0"/>
              <a:t>ulti-</a:t>
            </a:r>
            <a:r>
              <a:rPr lang="en-US" dirty="0" smtClean="0">
                <a:solidFill>
                  <a:srgbClr val="FF6600"/>
                </a:solidFill>
              </a:rPr>
              <a:t>P</a:t>
            </a:r>
            <a:r>
              <a:rPr lang="en-US" dirty="0" smtClean="0"/>
              <a:t>arallelism</a:t>
            </a:r>
          </a:p>
          <a:p>
            <a:r>
              <a:rPr lang="en-US" dirty="0" smtClean="0"/>
              <a:t>It is an API to explicitly direct </a:t>
            </a:r>
            <a:r>
              <a:rPr lang="en-US" i="1" dirty="0" smtClean="0"/>
              <a:t>multi-threaded </a:t>
            </a:r>
            <a:r>
              <a:rPr lang="en-US" i="1" u="sng" dirty="0" smtClean="0"/>
              <a:t>shared</a:t>
            </a:r>
            <a:r>
              <a:rPr lang="en-US" i="1" dirty="0" smtClean="0"/>
              <a:t>-</a:t>
            </a:r>
            <a:r>
              <a:rPr lang="en-US" i="1" u="sng" dirty="0" smtClean="0"/>
              <a:t>memory </a:t>
            </a:r>
            <a:r>
              <a:rPr lang="en-US" i="1" dirty="0" smtClean="0"/>
              <a:t>parallelism</a:t>
            </a:r>
            <a:r>
              <a:rPr lang="en-US" dirty="0" smtClean="0"/>
              <a:t>.</a:t>
            </a:r>
          </a:p>
          <a:p>
            <a:r>
              <a:rPr lang="en-US" dirty="0" smtClean="0"/>
              <a:t>Comprised of three primary API components</a:t>
            </a:r>
          </a:p>
          <a:p>
            <a:pPr lvl="1"/>
            <a:r>
              <a:rPr lang="en-US" dirty="0" smtClean="0"/>
              <a:t>Compiler directives</a:t>
            </a:r>
          </a:p>
          <a:p>
            <a:pPr lvl="1"/>
            <a:r>
              <a:rPr lang="en-US" dirty="0" smtClean="0"/>
              <a:t>Run-time library routines</a:t>
            </a:r>
          </a:p>
          <a:p>
            <a:pPr lvl="1"/>
            <a:r>
              <a:rPr lang="en-US" dirty="0" smtClean="0"/>
              <a:t>Environment variables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accel="50000" decel="5000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accel="50000" decel="5000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accel="50000" decel="5000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accel="50000" decel="50000"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accel="50000" decel="5000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8" accel="50000" decel="50000"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36576"/>
          </a:xfrm>
        </p:spPr>
        <p:txBody>
          <a:bodyPr/>
          <a:lstStyle/>
          <a:p>
            <a:r>
              <a:rPr lang="en-US" dirty="0" smtClean="0"/>
              <a:t>How is OpenMP not MPI?</a:t>
            </a:r>
            <a:endParaRPr lang="en-US" dirty="0"/>
          </a:p>
        </p:txBody>
      </p:sp>
      <p:sp>
        <p:nvSpPr>
          <p:cNvPr id="6" name="TextBox 5"/>
          <p:cNvSpPr txBox="1"/>
          <p:nvPr/>
        </p:nvSpPr>
        <p:spPr>
          <a:xfrm>
            <a:off x="309981" y="1419887"/>
            <a:ext cx="8085763" cy="1323439"/>
          </a:xfrm>
          <a:prstGeom prst="rect">
            <a:avLst/>
          </a:prstGeom>
          <a:noFill/>
        </p:spPr>
        <p:txBody>
          <a:bodyPr wrap="square" rtlCol="0" anchor="ctr" anchorCtr="1">
            <a:spAutoFit/>
          </a:bodyPr>
          <a:lstStyle/>
          <a:p>
            <a:r>
              <a:rPr lang="en-US" sz="1600" dirty="0" smtClean="0"/>
              <a:t>MPI is an API for controlling </a:t>
            </a:r>
            <a:r>
              <a:rPr lang="en-US" sz="1600" i="1" dirty="0" smtClean="0"/>
              <a:t>distributed-memory </a:t>
            </a:r>
            <a:r>
              <a:rPr lang="en-US" sz="1600" dirty="0" smtClean="0"/>
              <a:t>parallelism on multi-processor architectures. </a:t>
            </a:r>
          </a:p>
          <a:p>
            <a:endParaRPr lang="en-US" sz="1600" dirty="0" smtClean="0"/>
          </a:p>
          <a:p>
            <a:r>
              <a:rPr lang="en-US" sz="1600" dirty="0" smtClean="0"/>
              <a:t>Each processor has it’s own unique memory </a:t>
            </a:r>
          </a:p>
          <a:p>
            <a:endParaRPr lang="en-US" sz="1600" dirty="0" smtClean="0"/>
          </a:p>
          <a:p>
            <a:r>
              <a:rPr lang="en-US" sz="1600" dirty="0" smtClean="0"/>
              <a:t>Information is passed between memory locations through the interconnect via the MPI API.</a:t>
            </a:r>
            <a:endParaRPr lang="en-US" sz="1600" dirty="0"/>
          </a:p>
        </p:txBody>
      </p:sp>
      <p:graphicFrame>
        <p:nvGraphicFramePr>
          <p:cNvPr id="8" name="Content Placeholder 7"/>
          <p:cNvGraphicFramePr>
            <a:graphicFrameLocks noGrp="1"/>
          </p:cNvGraphicFramePr>
          <p:nvPr>
            <p:ph idx="1"/>
          </p:nvPr>
        </p:nvGraphicFramePr>
        <p:xfrm>
          <a:off x="457200" y="3307185"/>
          <a:ext cx="8229600" cy="2818978"/>
        </p:xfrm>
        <a:graphic>
          <a:graphicData uri="http://schemas.openxmlformats.org/drawingml/2006/diagram">
            <a: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OpenMP</a:t>
            </a:r>
            <a:endParaRPr lang="en-US" dirty="0"/>
          </a:p>
        </p:txBody>
      </p:sp>
      <p:graphicFrame>
        <p:nvGraphicFramePr>
          <p:cNvPr id="4" name="Content Placeholder 3"/>
          <p:cNvGraphicFramePr>
            <a:graphicFrameLocks noGrp="1"/>
          </p:cNvGraphicFramePr>
          <p:nvPr>
            <p:ph idx="1"/>
          </p:nvPr>
        </p:nvGraphicFramePr>
        <p:xfrm>
          <a:off x="457200" y="4347846"/>
          <a:ext cx="8229600" cy="1778316"/>
        </p:xfrm>
        <a:graphic>
          <a:graphicData uri="http://schemas.openxmlformats.org/drawingml/2006/diagram">
            <a: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661490" y="1417638"/>
            <a:ext cx="8025310" cy="2862323"/>
          </a:xfrm>
          <a:prstGeom prst="rect">
            <a:avLst/>
          </a:prstGeom>
          <a:noFill/>
        </p:spPr>
        <p:txBody>
          <a:bodyPr wrap="square" rtlCol="0">
            <a:spAutoFit/>
          </a:bodyPr>
          <a:lstStyle/>
          <a:p>
            <a:r>
              <a:rPr lang="en-US" dirty="0" smtClean="0"/>
              <a:t>A process, such as an MPI task, owns a lot of state information about the process, including the memory, file handles, etc. Threads, launched by the process, share the state information, </a:t>
            </a:r>
            <a:r>
              <a:rPr lang="en-US" dirty="0" smtClean="0">
                <a:solidFill>
                  <a:srgbClr val="FF0000"/>
                </a:solidFill>
              </a:rPr>
              <a:t>including memory</a:t>
            </a:r>
            <a:r>
              <a:rPr lang="en-US" dirty="0" smtClean="0"/>
              <a:t>,  of the launching process and so are considered </a:t>
            </a:r>
            <a:r>
              <a:rPr lang="en-US" i="1" dirty="0" smtClean="0"/>
              <a:t>light weight processes</a:t>
            </a:r>
            <a:r>
              <a:rPr lang="en-US" dirty="0" smtClean="0"/>
              <a:t>.</a:t>
            </a:r>
          </a:p>
          <a:p>
            <a:endParaRPr lang="en-US" dirty="0" smtClean="0"/>
          </a:p>
          <a:p>
            <a:r>
              <a:rPr lang="en-US" dirty="0" smtClean="0"/>
              <a:t>Since memory references amongst a team of threads are shared: </a:t>
            </a:r>
            <a:r>
              <a:rPr lang="en-US" i="1" dirty="0" smtClean="0">
                <a:solidFill>
                  <a:srgbClr val="FF0000"/>
                </a:solidFill>
              </a:rPr>
              <a:t>OpenMP requires that the programmer ensures that memory references are handled correctly</a:t>
            </a:r>
            <a:r>
              <a:rPr lang="en-US" dirty="0" smtClean="0"/>
              <a:t>. </a:t>
            </a:r>
          </a:p>
          <a:p>
            <a:endParaRPr lang="en-US" dirty="0" smtClean="0"/>
          </a:p>
          <a:p>
            <a:r>
              <a:rPr lang="en-US" dirty="0" smtClean="0"/>
              <a:t>It is possible, for both paradigms to be used in one application to improve either speed, or scaling, or both. This is the so called </a:t>
            </a:r>
            <a:r>
              <a:rPr lang="en-US" i="1" dirty="0" smtClean="0"/>
              <a:t>hybrid </a:t>
            </a:r>
            <a:r>
              <a:rPr lang="en-US" dirty="0" smtClean="0"/>
              <a:t>parallel programming model.</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use OpenMP?</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Exploit </a:t>
            </a:r>
            <a:r>
              <a:rPr lang="en-US" i="1" dirty="0" smtClean="0"/>
              <a:t>more </a:t>
            </a:r>
            <a:r>
              <a:rPr lang="en-US" dirty="0" smtClean="0"/>
              <a:t>parallelism to increase scaling and performance</a:t>
            </a:r>
          </a:p>
          <a:p>
            <a:pPr lvl="1"/>
            <a:r>
              <a:rPr lang="en-US" dirty="0" smtClean="0"/>
              <a:t>SMPD parallelism</a:t>
            </a:r>
          </a:p>
          <a:p>
            <a:pPr lvl="2"/>
            <a:r>
              <a:rPr lang="en-US" dirty="0" smtClean="0"/>
              <a:t>E.g. MPI tasks on one spatial dimension, OpenMP threads on another. </a:t>
            </a:r>
          </a:p>
          <a:p>
            <a:pPr lvl="2"/>
            <a:r>
              <a:rPr lang="en-US" dirty="0" smtClean="0"/>
              <a:t>Or, Reduce number of MPI tasks thus reducing communications overhead.</a:t>
            </a:r>
          </a:p>
          <a:p>
            <a:pPr lvl="1"/>
            <a:r>
              <a:rPr lang="en-US" dirty="0" smtClean="0"/>
              <a:t>Functional parallelism</a:t>
            </a:r>
          </a:p>
          <a:p>
            <a:pPr lvl="2"/>
            <a:r>
              <a:rPr lang="en-US" dirty="0" smtClean="0"/>
              <a:t>Threads executing different tasks, perhaps on the same data, perhaps not.</a:t>
            </a:r>
          </a:p>
          <a:p>
            <a:pPr lvl="1"/>
            <a:r>
              <a:rPr lang="en-US" dirty="0" smtClean="0"/>
              <a:t>Improve load balance via new OpenMP constructs that enable </a:t>
            </a:r>
            <a:r>
              <a:rPr lang="en-US" i="1" dirty="0" smtClean="0"/>
              <a:t>work stealing</a:t>
            </a:r>
            <a:r>
              <a:rPr lang="en-US" dirty="0" smtClean="0"/>
              <a:t>.</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Fork-and-join model</a:t>
            </a:r>
            <a:endParaRPr lang="en-US" dirty="0"/>
          </a:p>
        </p:txBody>
      </p:sp>
      <p:sp>
        <p:nvSpPr>
          <p:cNvPr id="5" name="Content Placeholder 4"/>
          <p:cNvSpPr>
            <a:spLocks noGrp="1"/>
          </p:cNvSpPr>
          <p:nvPr>
            <p:ph idx="1"/>
          </p:nvPr>
        </p:nvSpPr>
        <p:spPr>
          <a:xfrm>
            <a:off x="457200" y="1600200"/>
            <a:ext cx="8229600" cy="4952437"/>
          </a:xfrm>
        </p:spPr>
        <p:txBody>
          <a:bodyPr/>
          <a:lstStyle/>
          <a:p>
            <a:r>
              <a:rPr lang="en-US" dirty="0" smtClean="0"/>
              <a:t>OpenMP programs begin as a single process, the </a:t>
            </a:r>
            <a:r>
              <a:rPr lang="en-US" dirty="0" smtClean="0">
                <a:solidFill>
                  <a:srgbClr val="FF0000"/>
                </a:solidFill>
              </a:rPr>
              <a:t>master </a:t>
            </a:r>
            <a:r>
              <a:rPr lang="en-US" dirty="0" smtClean="0"/>
              <a:t>thread, until they reach a parallel region, which then spawns a </a:t>
            </a:r>
            <a:r>
              <a:rPr lang="en-US" dirty="0" smtClean="0">
                <a:solidFill>
                  <a:srgbClr val="3366FF"/>
                </a:solidFill>
              </a:rPr>
              <a:t>team </a:t>
            </a:r>
            <a:r>
              <a:rPr lang="en-US" dirty="0" smtClean="0"/>
              <a:t>of threads.</a:t>
            </a:r>
          </a:p>
          <a:p>
            <a:pPr>
              <a:buNone/>
            </a:pPr>
            <a:endParaRPr lang="en-US" dirty="0"/>
          </a:p>
          <a:p>
            <a:pPr>
              <a:buNone/>
            </a:pPr>
            <a:endParaRPr lang="en-US" dirty="0" smtClean="0"/>
          </a:p>
          <a:p>
            <a:endParaRPr lang="en-US" dirty="0"/>
          </a:p>
        </p:txBody>
      </p:sp>
      <p:cxnSp>
        <p:nvCxnSpPr>
          <p:cNvPr id="7" name="Straight Arrow Connector 6"/>
          <p:cNvCxnSpPr/>
          <p:nvPr/>
        </p:nvCxnSpPr>
        <p:spPr>
          <a:xfrm>
            <a:off x="732049" y="4797624"/>
            <a:ext cx="1102484" cy="88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834533" y="4197920"/>
            <a:ext cx="379254" cy="1226787"/>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dirty="0" smtClean="0"/>
              <a:t>F</a:t>
            </a:r>
          </a:p>
          <a:p>
            <a:r>
              <a:rPr lang="en-US" dirty="0" smtClean="0"/>
              <a:t>O</a:t>
            </a:r>
          </a:p>
          <a:p>
            <a:r>
              <a:rPr lang="en-US" dirty="0" smtClean="0"/>
              <a:t>R</a:t>
            </a:r>
          </a:p>
          <a:p>
            <a:r>
              <a:rPr lang="en-US" dirty="0"/>
              <a:t>K</a:t>
            </a:r>
          </a:p>
        </p:txBody>
      </p:sp>
      <p:cxnSp>
        <p:nvCxnSpPr>
          <p:cNvPr id="9" name="Straight Arrow Connector 8"/>
          <p:cNvCxnSpPr/>
          <p:nvPr/>
        </p:nvCxnSpPr>
        <p:spPr>
          <a:xfrm>
            <a:off x="2233890" y="4262130"/>
            <a:ext cx="1102484" cy="88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a:off x="2233890" y="4414530"/>
            <a:ext cx="1102484" cy="88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2233890" y="4582094"/>
            <a:ext cx="1102484" cy="88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a:off x="2233890" y="4752131"/>
            <a:ext cx="1102484" cy="88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2227532" y="4908403"/>
            <a:ext cx="1102484" cy="88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2227532" y="5060803"/>
            <a:ext cx="1102484" cy="88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a:off x="2227532" y="5228367"/>
            <a:ext cx="1102484" cy="88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2227532" y="5398404"/>
            <a:ext cx="1102484" cy="88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84968" y="4991644"/>
            <a:ext cx="934906" cy="584776"/>
          </a:xfrm>
          <a:prstGeom prst="rect">
            <a:avLst/>
          </a:prstGeom>
          <a:noFill/>
        </p:spPr>
        <p:txBody>
          <a:bodyPr wrap="square" rtlCol="0">
            <a:spAutoFit/>
          </a:bodyPr>
          <a:lstStyle/>
          <a:p>
            <a:pPr algn="ctr"/>
            <a:r>
              <a:rPr lang="en-US" sz="1600" dirty="0"/>
              <a:t>m</a:t>
            </a:r>
            <a:r>
              <a:rPr lang="en-US" sz="1600" dirty="0" smtClean="0"/>
              <a:t>aster</a:t>
            </a:r>
          </a:p>
          <a:p>
            <a:pPr algn="ctr"/>
            <a:r>
              <a:rPr lang="en-US" sz="1600" dirty="0" smtClean="0"/>
              <a:t>thread</a:t>
            </a:r>
            <a:endParaRPr lang="en-US" sz="1600" dirty="0"/>
          </a:p>
        </p:txBody>
      </p:sp>
      <p:sp>
        <p:nvSpPr>
          <p:cNvPr id="27" name="TextBox 26"/>
          <p:cNvSpPr txBox="1"/>
          <p:nvPr/>
        </p:nvSpPr>
        <p:spPr>
          <a:xfrm>
            <a:off x="2295627" y="5708469"/>
            <a:ext cx="934906" cy="584776"/>
          </a:xfrm>
          <a:prstGeom prst="rect">
            <a:avLst/>
          </a:prstGeom>
          <a:noFill/>
        </p:spPr>
        <p:txBody>
          <a:bodyPr wrap="square" rtlCol="0">
            <a:spAutoFit/>
          </a:bodyPr>
          <a:lstStyle/>
          <a:p>
            <a:pPr algn="ctr"/>
            <a:r>
              <a:rPr lang="en-US" sz="1600" dirty="0"/>
              <a:t>p</a:t>
            </a:r>
            <a:r>
              <a:rPr lang="en-US" sz="1600" dirty="0" smtClean="0"/>
              <a:t>arallel region</a:t>
            </a:r>
          </a:p>
        </p:txBody>
      </p:sp>
      <p:sp>
        <p:nvSpPr>
          <p:cNvPr id="28" name="TextBox 27"/>
          <p:cNvSpPr txBox="1"/>
          <p:nvPr/>
        </p:nvSpPr>
        <p:spPr>
          <a:xfrm>
            <a:off x="3345193" y="4226851"/>
            <a:ext cx="379254" cy="1200329"/>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dirty="0" smtClean="0"/>
              <a:t>J</a:t>
            </a:r>
          </a:p>
          <a:p>
            <a:r>
              <a:rPr lang="en-US" dirty="0" smtClean="0"/>
              <a:t>O</a:t>
            </a:r>
          </a:p>
          <a:p>
            <a:r>
              <a:rPr lang="en-US" dirty="0" smtClean="0"/>
              <a:t>I</a:t>
            </a:r>
          </a:p>
          <a:p>
            <a:r>
              <a:rPr lang="en-US" dirty="0" smtClean="0"/>
              <a:t>N</a:t>
            </a:r>
          </a:p>
        </p:txBody>
      </p:sp>
      <p:cxnSp>
        <p:nvCxnSpPr>
          <p:cNvPr id="29" name="Straight Arrow Connector 28"/>
          <p:cNvCxnSpPr/>
          <p:nvPr/>
        </p:nvCxnSpPr>
        <p:spPr>
          <a:xfrm>
            <a:off x="3724447" y="4791279"/>
            <a:ext cx="1102484" cy="88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26931" y="4191575"/>
            <a:ext cx="379254" cy="1226787"/>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dirty="0" smtClean="0"/>
              <a:t>F</a:t>
            </a:r>
          </a:p>
          <a:p>
            <a:r>
              <a:rPr lang="en-US" dirty="0" smtClean="0"/>
              <a:t>O</a:t>
            </a:r>
          </a:p>
          <a:p>
            <a:r>
              <a:rPr lang="en-US" dirty="0" smtClean="0"/>
              <a:t>R</a:t>
            </a:r>
          </a:p>
          <a:p>
            <a:r>
              <a:rPr lang="en-US" dirty="0"/>
              <a:t>K</a:t>
            </a:r>
          </a:p>
        </p:txBody>
      </p:sp>
      <p:cxnSp>
        <p:nvCxnSpPr>
          <p:cNvPr id="31" name="Straight Arrow Connector 30"/>
          <p:cNvCxnSpPr/>
          <p:nvPr/>
        </p:nvCxnSpPr>
        <p:spPr>
          <a:xfrm>
            <a:off x="5226288" y="4255785"/>
            <a:ext cx="1102484" cy="88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a:off x="5226288" y="4408185"/>
            <a:ext cx="1102484" cy="88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a:off x="5226288" y="4575749"/>
            <a:ext cx="1102484" cy="88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a:off x="5226288" y="4745786"/>
            <a:ext cx="1102484" cy="88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5219930" y="4902058"/>
            <a:ext cx="1102484" cy="88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a:off x="5219930" y="5054458"/>
            <a:ext cx="1102484" cy="88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5219930" y="5222022"/>
            <a:ext cx="1102484" cy="88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a:off x="5219930" y="5392059"/>
            <a:ext cx="1102484" cy="88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337591" y="4220506"/>
            <a:ext cx="379254" cy="1200329"/>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dirty="0" smtClean="0"/>
              <a:t>J</a:t>
            </a:r>
          </a:p>
          <a:p>
            <a:r>
              <a:rPr lang="en-US" dirty="0" smtClean="0"/>
              <a:t>O</a:t>
            </a:r>
          </a:p>
          <a:p>
            <a:r>
              <a:rPr lang="en-US" dirty="0" smtClean="0"/>
              <a:t>I</a:t>
            </a:r>
          </a:p>
          <a:p>
            <a:r>
              <a:rPr lang="en-US" dirty="0" smtClean="0"/>
              <a:t>N</a:t>
            </a:r>
          </a:p>
        </p:txBody>
      </p:sp>
      <p:cxnSp>
        <p:nvCxnSpPr>
          <p:cNvPr id="40" name="Straight Arrow Connector 39"/>
          <p:cNvCxnSpPr/>
          <p:nvPr/>
        </p:nvCxnSpPr>
        <p:spPr>
          <a:xfrm>
            <a:off x="6716845" y="4793753"/>
            <a:ext cx="1102484" cy="88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12624"/>
            <a:ext cx="8229600" cy="1143000"/>
          </a:xfrm>
        </p:spPr>
        <p:txBody>
          <a:bodyPr anchor="ctr"/>
          <a:lstStyle/>
          <a:p>
            <a:r>
              <a:rPr lang="en-US" dirty="0" smtClean="0"/>
              <a:t>Creating parallelism</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Parallel regions</a:t>
            </a:r>
            <a:endParaRPr lang="en-US" dirty="0"/>
          </a:p>
        </p:txBody>
      </p:sp>
      <p:sp>
        <p:nvSpPr>
          <p:cNvPr id="3" name="Content Placeholder 2"/>
          <p:cNvSpPr>
            <a:spLocks noGrp="1"/>
          </p:cNvSpPr>
          <p:nvPr>
            <p:ph idx="1"/>
          </p:nvPr>
        </p:nvSpPr>
        <p:spPr/>
        <p:txBody>
          <a:bodyPr/>
          <a:lstStyle/>
          <a:p>
            <a:r>
              <a:rPr lang="en-US" dirty="0" smtClean="0"/>
              <a:t>Threads are created with the </a:t>
            </a:r>
            <a:r>
              <a:rPr lang="en-US" dirty="0" smtClean="0">
                <a:latin typeface="Courier"/>
                <a:cs typeface="Courier"/>
              </a:rPr>
              <a:t>parallel </a:t>
            </a:r>
            <a:r>
              <a:rPr lang="en-US" dirty="0" smtClean="0"/>
              <a:t>directive. </a:t>
            </a:r>
          </a:p>
          <a:p>
            <a:r>
              <a:rPr lang="en-US" dirty="0" smtClean="0"/>
              <a:t>NB: Directives are comments (in Fortran) or </a:t>
            </a:r>
            <a:r>
              <a:rPr lang="en-US" dirty="0" err="1" smtClean="0"/>
              <a:t>pragmas</a:t>
            </a:r>
            <a:r>
              <a:rPr lang="en-US" dirty="0" smtClean="0"/>
              <a:t> (in C/C++). Thus, you can create portable code that works with or without OpenMP depending on the architecture or your available compilers.</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Fortran example</a:t>
            </a:r>
            <a:endParaRPr lang="en-US" dirty="0"/>
          </a:p>
        </p:txBody>
      </p:sp>
      <p:sp>
        <p:nvSpPr>
          <p:cNvPr id="3" name="Content Placeholder 2"/>
          <p:cNvSpPr>
            <a:spLocks noGrp="1"/>
          </p:cNvSpPr>
          <p:nvPr>
            <p:ph idx="1"/>
          </p:nvPr>
        </p:nvSpPr>
        <p:spPr>
          <a:xfrm>
            <a:off x="457200" y="4845092"/>
            <a:ext cx="8229600" cy="1693429"/>
          </a:xfrm>
        </p:spPr>
        <p:txBody>
          <a:bodyPr>
            <a:normAutofit fontScale="70000" lnSpcReduction="20000"/>
          </a:bodyPr>
          <a:lstStyle/>
          <a:p>
            <a:r>
              <a:rPr lang="en-US" dirty="0" smtClean="0"/>
              <a:t>Outside of parallel region, there is only 1 thread (master).</a:t>
            </a:r>
          </a:p>
          <a:p>
            <a:r>
              <a:rPr lang="en-US" dirty="0" smtClean="0"/>
              <a:t>Inside of parallel region there are N threads (will see how to set this later)</a:t>
            </a:r>
          </a:p>
          <a:p>
            <a:r>
              <a:rPr lang="en-US" dirty="0" smtClean="0"/>
              <a:t>All threads share X, id is private to each thread.</a:t>
            </a:r>
          </a:p>
          <a:p>
            <a:r>
              <a:rPr lang="en-US" dirty="0" smtClean="0"/>
              <a:t>There is an implicit barrier at the end of the parallel region</a:t>
            </a:r>
          </a:p>
        </p:txBody>
      </p:sp>
      <p:sp>
        <p:nvSpPr>
          <p:cNvPr id="4" name="TextBox 3"/>
          <p:cNvSpPr txBox="1"/>
          <p:nvPr/>
        </p:nvSpPr>
        <p:spPr>
          <a:xfrm>
            <a:off x="2257582" y="1235373"/>
            <a:ext cx="4671947" cy="3416320"/>
          </a:xfrm>
          <a:prstGeom prst="rect">
            <a:avLst/>
          </a:prstGeom>
          <a:noFill/>
        </p:spPr>
        <p:txBody>
          <a:bodyPr wrap="square" rtlCol="0">
            <a:spAutoFit/>
          </a:bodyPr>
          <a:lstStyle/>
          <a:p>
            <a:r>
              <a:rPr lang="en-US" dirty="0">
                <a:latin typeface="Courier"/>
                <a:cs typeface="Courier"/>
              </a:rPr>
              <a:t>d</a:t>
            </a:r>
            <a:r>
              <a:rPr lang="en-US" dirty="0" smtClean="0">
                <a:latin typeface="Courier"/>
                <a:cs typeface="Courier"/>
              </a:rPr>
              <a:t>ouble precision :: x(1000</a:t>
            </a:r>
            <a:r>
              <a:rPr lang="en-US" dirty="0">
                <a:latin typeface="Courier"/>
                <a:cs typeface="Courier"/>
              </a:rPr>
              <a:t>)</a:t>
            </a:r>
            <a:endParaRPr lang="en-US" dirty="0" smtClean="0">
              <a:latin typeface="Courier"/>
              <a:cs typeface="Courier"/>
            </a:endParaRPr>
          </a:p>
          <a:p>
            <a:r>
              <a:rPr lang="en-US" dirty="0">
                <a:latin typeface="Courier"/>
                <a:cs typeface="Courier"/>
              </a:rPr>
              <a:t>i</a:t>
            </a:r>
            <a:r>
              <a:rPr lang="en-US" dirty="0" smtClean="0">
                <a:latin typeface="Courier"/>
                <a:cs typeface="Courier"/>
              </a:rPr>
              <a:t>nteger </a:t>
            </a:r>
            <a:r>
              <a:rPr lang="en-US" dirty="0" err="1" smtClean="0">
                <a:latin typeface="Courier"/>
                <a:cs typeface="Courier"/>
              </a:rPr>
              <a:t>id,n</a:t>
            </a:r>
            <a:endParaRPr lang="en-US" dirty="0" smtClean="0">
              <a:latin typeface="Courier"/>
              <a:cs typeface="Courier"/>
            </a:endParaRPr>
          </a:p>
          <a:p>
            <a:r>
              <a:rPr lang="en-US" dirty="0">
                <a:latin typeface="Courier"/>
                <a:cs typeface="Courier"/>
              </a:rPr>
              <a:t>i</a:t>
            </a:r>
            <a:r>
              <a:rPr lang="en-US" dirty="0" smtClean="0">
                <a:latin typeface="Courier"/>
                <a:cs typeface="Courier"/>
              </a:rPr>
              <a:t>nteger </a:t>
            </a:r>
            <a:r>
              <a:rPr lang="en-US" dirty="0" err="1" smtClean="0">
                <a:latin typeface="Courier"/>
                <a:cs typeface="Courier"/>
              </a:rPr>
              <a:t>omp_get_thread_id</a:t>
            </a:r>
            <a:endParaRPr lang="en-US" dirty="0" smtClean="0">
              <a:latin typeface="Courier"/>
              <a:cs typeface="Courier"/>
            </a:endParaRPr>
          </a:p>
          <a:p>
            <a:r>
              <a:rPr lang="en-US" dirty="0" smtClean="0">
                <a:latin typeface="Courier"/>
                <a:cs typeface="Courier"/>
              </a:rPr>
              <a:t>integer </a:t>
            </a:r>
            <a:r>
              <a:rPr lang="en-US" dirty="0" err="1" smtClean="0">
                <a:latin typeface="Courier"/>
                <a:cs typeface="Courier"/>
              </a:rPr>
              <a:t>omp_get_num_threads</a:t>
            </a:r>
            <a:endParaRPr lang="en-US" dirty="0" smtClean="0">
              <a:latin typeface="Courier"/>
              <a:cs typeface="Courier"/>
            </a:endParaRPr>
          </a:p>
          <a:p>
            <a:endParaRPr lang="en-US" dirty="0" smtClean="0">
              <a:latin typeface="Courier"/>
              <a:cs typeface="Courier"/>
            </a:endParaRP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 </a:t>
            </a:r>
            <a:r>
              <a:rPr lang="en-US" dirty="0" err="1" smtClean="0">
                <a:latin typeface="Courier"/>
                <a:cs typeface="Courier"/>
              </a:rPr>
              <a:t>private(id</a:t>
            </a:r>
            <a:r>
              <a:rPr lang="en-US" dirty="0" smtClean="0">
                <a:latin typeface="Courier"/>
                <a:cs typeface="Courier"/>
              </a:rPr>
              <a:t>)</a:t>
            </a:r>
          </a:p>
          <a:p>
            <a:endParaRPr lang="en-US" dirty="0" smtClean="0">
              <a:latin typeface="Courier"/>
              <a:cs typeface="Courier"/>
            </a:endParaRPr>
          </a:p>
          <a:p>
            <a:r>
              <a:rPr lang="en-US" dirty="0" smtClean="0">
                <a:latin typeface="Courier"/>
                <a:cs typeface="Courier"/>
              </a:rPr>
              <a:t>	id = </a:t>
            </a:r>
            <a:r>
              <a:rPr lang="en-US" dirty="0" err="1" smtClean="0">
                <a:latin typeface="Courier"/>
                <a:cs typeface="Courier"/>
              </a:rPr>
              <a:t>omp_get_thread_id</a:t>
            </a:r>
            <a:r>
              <a:rPr lang="en-US" dirty="0" smtClean="0">
                <a:latin typeface="Courier"/>
                <a:cs typeface="Courier"/>
              </a:rPr>
              <a:t>()</a:t>
            </a:r>
          </a:p>
          <a:p>
            <a:r>
              <a:rPr lang="en-US" dirty="0" smtClean="0">
                <a:latin typeface="Courier"/>
                <a:cs typeface="Courier"/>
              </a:rPr>
              <a:t>	</a:t>
            </a:r>
            <a:r>
              <a:rPr lang="en-US" dirty="0" err="1" smtClean="0">
                <a:latin typeface="Courier"/>
                <a:cs typeface="Courier"/>
              </a:rPr>
              <a:t>n</a:t>
            </a:r>
            <a:r>
              <a:rPr lang="en-US" dirty="0" smtClean="0">
                <a:latin typeface="Courier"/>
                <a:cs typeface="Courier"/>
              </a:rPr>
              <a:t>  = </a:t>
            </a:r>
            <a:r>
              <a:rPr lang="en-US" dirty="0" err="1" smtClean="0">
                <a:latin typeface="Courier"/>
                <a:cs typeface="Courier"/>
              </a:rPr>
              <a:t>omp_get_num_threads</a:t>
            </a:r>
            <a:r>
              <a:rPr lang="en-US" dirty="0" smtClean="0">
                <a:latin typeface="Courier"/>
                <a:cs typeface="Courier"/>
              </a:rPr>
              <a:t>()</a:t>
            </a:r>
          </a:p>
          <a:p>
            <a:r>
              <a:rPr lang="en-US" dirty="0" smtClean="0">
                <a:latin typeface="Courier"/>
                <a:cs typeface="Courier"/>
              </a:rPr>
              <a:t>	call </a:t>
            </a:r>
            <a:r>
              <a:rPr lang="en-US" dirty="0" err="1" smtClean="0">
                <a:latin typeface="Courier"/>
                <a:cs typeface="Courier"/>
              </a:rPr>
              <a:t>foo</a:t>
            </a:r>
            <a:r>
              <a:rPr lang="en-US" dirty="0" smtClean="0">
                <a:latin typeface="Courier"/>
                <a:cs typeface="Courier"/>
              </a:rPr>
              <a:t>( id, </a:t>
            </a:r>
            <a:r>
              <a:rPr lang="en-US" dirty="0" err="1" smtClean="0">
                <a:latin typeface="Courier"/>
                <a:cs typeface="Courier"/>
              </a:rPr>
              <a:t>x</a:t>
            </a:r>
            <a:r>
              <a:rPr lang="en-US" dirty="0" smtClean="0">
                <a:latin typeface="Courier"/>
                <a:cs typeface="Courier"/>
              </a:rPr>
              <a:t> )</a:t>
            </a:r>
          </a:p>
          <a:p>
            <a:endParaRPr lang="en-US" dirty="0" smtClean="0">
              <a:latin typeface="Courier"/>
              <a:cs typeface="Courier"/>
            </a:endParaRP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parallel</a:t>
            </a:r>
            <a:endParaRPr lang="en-US" dirty="0">
              <a:latin typeface="Courier"/>
              <a:cs typeface="Courier"/>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Fortran example</a:t>
            </a:r>
            <a:endParaRPr lang="en-US" dirty="0"/>
          </a:p>
        </p:txBody>
      </p:sp>
      <p:sp>
        <p:nvSpPr>
          <p:cNvPr id="3" name="Content Placeholder 2"/>
          <p:cNvSpPr>
            <a:spLocks noGrp="1"/>
          </p:cNvSpPr>
          <p:nvPr>
            <p:ph idx="1"/>
          </p:nvPr>
        </p:nvSpPr>
        <p:spPr/>
        <p:txBody>
          <a:bodyPr/>
          <a:lstStyle/>
          <a:p>
            <a:r>
              <a:rPr lang="en-US" dirty="0" smtClean="0"/>
              <a:t>In the previous example, we also saw two functions from the run time library</a:t>
            </a:r>
          </a:p>
          <a:p>
            <a:pPr lvl="1"/>
            <a:r>
              <a:rPr lang="en-US" dirty="0" err="1">
                <a:latin typeface="Courier"/>
                <a:cs typeface="Courier"/>
              </a:rPr>
              <a:t>o</a:t>
            </a:r>
            <a:r>
              <a:rPr lang="en-US" dirty="0" err="1" smtClean="0">
                <a:latin typeface="Courier"/>
                <a:cs typeface="Courier"/>
              </a:rPr>
              <a:t>mp_get_thread_num</a:t>
            </a:r>
            <a:r>
              <a:rPr lang="en-US" dirty="0" smtClean="0"/>
              <a:t>()</a:t>
            </a:r>
          </a:p>
          <a:p>
            <a:pPr lvl="2"/>
            <a:r>
              <a:rPr lang="en-US" dirty="0" smtClean="0"/>
              <a:t>Returns unique thread id number for each thread in the team.</a:t>
            </a:r>
          </a:p>
          <a:p>
            <a:pPr lvl="1"/>
            <a:r>
              <a:rPr lang="en-US" dirty="0" err="1">
                <a:latin typeface="Courier"/>
                <a:cs typeface="Courier"/>
              </a:rPr>
              <a:t>o</a:t>
            </a:r>
            <a:r>
              <a:rPr lang="en-US" dirty="0" err="1" smtClean="0">
                <a:latin typeface="Courier"/>
                <a:cs typeface="Courier"/>
              </a:rPr>
              <a:t>mp_get_num_threads</a:t>
            </a:r>
            <a:r>
              <a:rPr lang="en-US" dirty="0" smtClean="0"/>
              <a:t>()</a:t>
            </a:r>
          </a:p>
          <a:p>
            <a:pPr lvl="2"/>
            <a:r>
              <a:rPr lang="en-US" dirty="0" smtClean="0"/>
              <a:t>Returns the number of threads in the team.</a:t>
            </a:r>
          </a:p>
          <a:p>
            <a:r>
              <a:rPr lang="en-US" dirty="0" smtClean="0"/>
              <a:t>There are more (over 20) but these are the two most common, if they are used at all.</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 example</a:t>
            </a:r>
            <a:endParaRPr lang="en-US" dirty="0"/>
          </a:p>
        </p:txBody>
      </p:sp>
      <p:sp>
        <p:nvSpPr>
          <p:cNvPr id="4" name="TextBox 3"/>
          <p:cNvSpPr txBox="1"/>
          <p:nvPr/>
        </p:nvSpPr>
        <p:spPr>
          <a:xfrm>
            <a:off x="1975385" y="1881588"/>
            <a:ext cx="5173632" cy="2308324"/>
          </a:xfrm>
          <a:prstGeom prst="rect">
            <a:avLst/>
          </a:prstGeom>
          <a:noFill/>
        </p:spPr>
        <p:txBody>
          <a:bodyPr wrap="square" rtlCol="0">
            <a:spAutoFit/>
          </a:bodyPr>
          <a:lstStyle/>
          <a:p>
            <a:r>
              <a:rPr lang="en-US" dirty="0">
                <a:latin typeface="Courier"/>
                <a:cs typeface="Courier"/>
              </a:rPr>
              <a:t>d</a:t>
            </a:r>
            <a:r>
              <a:rPr lang="en-US" dirty="0" smtClean="0">
                <a:latin typeface="Courier"/>
                <a:cs typeface="Courier"/>
              </a:rPr>
              <a:t>ouble x[1000];</a:t>
            </a:r>
          </a:p>
          <a:p>
            <a:endParaRPr lang="en-US" dirty="0" smtClean="0">
              <a:latin typeface="Courier"/>
              <a:cs typeface="Courier"/>
            </a:endParaRPr>
          </a:p>
          <a:p>
            <a:r>
              <a:rPr lang="en-US" dirty="0" smtClean="0">
                <a:latin typeface="Courier"/>
                <a:cs typeface="Courier"/>
              </a:rPr>
              <a:t>#</a:t>
            </a:r>
            <a:r>
              <a:rPr lang="en-US" dirty="0" err="1" smtClean="0">
                <a:latin typeface="Courier"/>
                <a:cs typeface="Courier"/>
              </a:rPr>
              <a:t>pragma</a:t>
            </a:r>
            <a:r>
              <a:rPr lang="en-US" dirty="0" smtClean="0">
                <a:latin typeface="Courier"/>
                <a:cs typeface="Courier"/>
              </a:rPr>
              <a:t> </a:t>
            </a:r>
            <a:r>
              <a:rPr lang="en-US" dirty="0" err="1" smtClean="0">
                <a:latin typeface="Courier"/>
                <a:cs typeface="Courier"/>
              </a:rPr>
              <a:t>omp</a:t>
            </a:r>
            <a:r>
              <a:rPr lang="en-US" dirty="0" smtClean="0">
                <a:latin typeface="Courier"/>
                <a:cs typeface="Courier"/>
              </a:rPr>
              <a:t> parallel</a:t>
            </a:r>
          </a:p>
          <a:p>
            <a:r>
              <a:rPr lang="en-US" dirty="0" smtClean="0">
                <a:latin typeface="Courier"/>
                <a:cs typeface="Courier"/>
              </a:rPr>
              <a:t>{</a:t>
            </a:r>
          </a:p>
          <a:p>
            <a:r>
              <a:rPr lang="en-US" dirty="0" smtClean="0">
                <a:latin typeface="Courier"/>
                <a:cs typeface="Courier"/>
              </a:rPr>
              <a:t>	</a:t>
            </a:r>
            <a:r>
              <a:rPr lang="en-US" dirty="0" err="1" smtClean="0">
                <a:latin typeface="Courier"/>
                <a:cs typeface="Courier"/>
              </a:rPr>
              <a:t>int</a:t>
            </a:r>
            <a:r>
              <a:rPr lang="en-US" dirty="0" smtClean="0">
                <a:latin typeface="Courier"/>
                <a:cs typeface="Courier"/>
              </a:rPr>
              <a:t> id = </a:t>
            </a:r>
            <a:r>
              <a:rPr lang="en-US" dirty="0" err="1" smtClean="0">
                <a:latin typeface="Courier"/>
                <a:cs typeface="Courier"/>
              </a:rPr>
              <a:t>omp_get_thread_id</a:t>
            </a:r>
            <a:r>
              <a:rPr lang="en-US" dirty="0" smtClean="0">
                <a:latin typeface="Courier"/>
                <a:cs typeface="Courier"/>
              </a:rPr>
              <a:t>()</a:t>
            </a:r>
          </a:p>
          <a:p>
            <a:r>
              <a:rPr lang="en-US" dirty="0" smtClean="0">
                <a:latin typeface="Courier"/>
                <a:cs typeface="Courier"/>
              </a:rPr>
              <a:t>	</a:t>
            </a:r>
            <a:r>
              <a:rPr lang="en-US" dirty="0" err="1" smtClean="0">
                <a:latin typeface="Courier"/>
                <a:cs typeface="Courier"/>
              </a:rPr>
              <a:t>int</a:t>
            </a:r>
            <a:r>
              <a:rPr lang="en-US" dirty="0" smtClean="0">
                <a:latin typeface="Courier"/>
                <a:cs typeface="Courier"/>
              </a:rPr>
              <a:t> </a:t>
            </a:r>
            <a:r>
              <a:rPr lang="en-US" dirty="0" err="1" smtClean="0">
                <a:latin typeface="Courier"/>
                <a:cs typeface="Courier"/>
              </a:rPr>
              <a:t>n</a:t>
            </a:r>
            <a:r>
              <a:rPr lang="en-US" dirty="0" smtClean="0">
                <a:latin typeface="Courier"/>
                <a:cs typeface="Courier"/>
              </a:rPr>
              <a:t> = </a:t>
            </a:r>
            <a:r>
              <a:rPr lang="en-US" dirty="0" err="1" smtClean="0">
                <a:latin typeface="Courier"/>
                <a:cs typeface="Courier"/>
              </a:rPr>
              <a:t>omp_get_num_threads</a:t>
            </a:r>
            <a:r>
              <a:rPr lang="en-US" dirty="0" smtClean="0">
                <a:latin typeface="Courier"/>
                <a:cs typeface="Courier"/>
              </a:rPr>
              <a:t>()</a:t>
            </a:r>
          </a:p>
          <a:p>
            <a:r>
              <a:rPr lang="en-US" dirty="0" smtClean="0">
                <a:latin typeface="Courier"/>
                <a:cs typeface="Courier"/>
              </a:rPr>
              <a:t>	</a:t>
            </a:r>
            <a:r>
              <a:rPr lang="en-US" dirty="0" err="1" smtClean="0">
                <a:latin typeface="Courier"/>
                <a:cs typeface="Courier"/>
              </a:rPr>
              <a:t>foo</a:t>
            </a:r>
            <a:r>
              <a:rPr lang="en-US" dirty="0" smtClean="0">
                <a:latin typeface="Courier"/>
                <a:cs typeface="Courier"/>
              </a:rPr>
              <a:t>( id, </a:t>
            </a:r>
            <a:r>
              <a:rPr lang="en-US" dirty="0" err="1" smtClean="0">
                <a:latin typeface="Courier"/>
                <a:cs typeface="Courier"/>
              </a:rPr>
              <a:t>x</a:t>
            </a:r>
            <a:r>
              <a:rPr lang="en-US" dirty="0" smtClean="0">
                <a:latin typeface="Courier"/>
                <a:cs typeface="Courier"/>
              </a:rPr>
              <a:t> );</a:t>
            </a:r>
          </a:p>
          <a:p>
            <a:r>
              <a:rPr lang="en-US" dirty="0" smtClean="0">
                <a:latin typeface="Courier"/>
                <a:cs typeface="Courier"/>
              </a:rPr>
              <a:t>}</a:t>
            </a:r>
            <a:endParaRPr lang="en-US" dirty="0">
              <a:latin typeface="Courier"/>
              <a:cs typeface="Courier"/>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Synchronization 1</a:t>
            </a:r>
            <a:endParaRPr lang="en-US" dirty="0"/>
          </a:p>
        </p:txBody>
      </p:sp>
      <p:sp>
        <p:nvSpPr>
          <p:cNvPr id="3" name="Content Placeholder 2"/>
          <p:cNvSpPr>
            <a:spLocks noGrp="1"/>
          </p:cNvSpPr>
          <p:nvPr>
            <p:ph idx="1"/>
          </p:nvPr>
        </p:nvSpPr>
        <p:spPr>
          <a:xfrm>
            <a:off x="457200" y="1600200"/>
            <a:ext cx="8229600" cy="4525963"/>
          </a:xfrm>
        </p:spPr>
        <p:txBody>
          <a:bodyPr/>
          <a:lstStyle/>
          <a:p>
            <a:r>
              <a:rPr lang="en-US" dirty="0" smtClean="0"/>
              <a:t>Synchronization is used to impose order constraints and to protect shared data.</a:t>
            </a:r>
          </a:p>
          <a:p>
            <a:pPr lvl="1"/>
            <a:r>
              <a:rPr lang="en-US" dirty="0" smtClean="0"/>
              <a:t>Master</a:t>
            </a:r>
          </a:p>
          <a:p>
            <a:pPr lvl="1"/>
            <a:r>
              <a:rPr lang="en-US" dirty="0" smtClean="0"/>
              <a:t>Single</a:t>
            </a:r>
          </a:p>
          <a:p>
            <a:pPr lvl="1"/>
            <a:r>
              <a:rPr lang="en-US" dirty="0" smtClean="0"/>
              <a:t>Critical</a:t>
            </a:r>
          </a:p>
          <a:p>
            <a:pPr lvl="1"/>
            <a:r>
              <a:rPr lang="en-US" dirty="0" smtClean="0"/>
              <a:t>Barrier</a:t>
            </a:r>
          </a:p>
          <a:p>
            <a:r>
              <a:rPr lang="en-US" dirty="0" smtClean="0"/>
              <a:t>Will see others later</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urier"/>
                <a:cs typeface="Courier"/>
              </a:rPr>
              <a:t>m</a:t>
            </a:r>
            <a:r>
              <a:rPr lang="en-US" dirty="0" smtClean="0">
                <a:latin typeface="Courier"/>
                <a:cs typeface="Courier"/>
              </a:rPr>
              <a:t>aster </a:t>
            </a:r>
            <a:r>
              <a:rPr lang="en-US" dirty="0" smtClean="0"/>
              <a:t>directive</a:t>
            </a:r>
            <a:endParaRPr lang="en-US" dirty="0"/>
          </a:p>
        </p:txBody>
      </p:sp>
      <p:sp>
        <p:nvSpPr>
          <p:cNvPr id="3" name="Content Placeholder 2"/>
          <p:cNvSpPr>
            <a:spLocks noGrp="1"/>
          </p:cNvSpPr>
          <p:nvPr>
            <p:ph idx="1"/>
          </p:nvPr>
        </p:nvSpPr>
        <p:spPr>
          <a:xfrm>
            <a:off x="457200" y="4421735"/>
            <a:ext cx="8229600" cy="1704428"/>
          </a:xfrm>
        </p:spPr>
        <p:txBody>
          <a:bodyPr>
            <a:normAutofit fontScale="92500" lnSpcReduction="20000"/>
          </a:bodyPr>
          <a:lstStyle/>
          <a:p>
            <a:r>
              <a:rPr lang="en-US" dirty="0" smtClean="0"/>
              <a:t>In this example, all threads are assigned a thread ID number (0-12, say).</a:t>
            </a:r>
          </a:p>
          <a:p>
            <a:r>
              <a:rPr lang="en-US" dirty="0" smtClean="0"/>
              <a:t>Because of the </a:t>
            </a:r>
            <a:r>
              <a:rPr lang="en-US" dirty="0" smtClean="0">
                <a:latin typeface="Courier"/>
                <a:cs typeface="Courier"/>
              </a:rPr>
              <a:t>master </a:t>
            </a:r>
            <a:r>
              <a:rPr lang="en-US" dirty="0" smtClean="0"/>
              <a:t>directive, only the master thread (id=0) prints out a message.</a:t>
            </a:r>
            <a:endParaRPr lang="en-US" dirty="0"/>
          </a:p>
        </p:txBody>
      </p:sp>
      <p:sp>
        <p:nvSpPr>
          <p:cNvPr id="4" name="TextBox 3"/>
          <p:cNvSpPr txBox="1"/>
          <p:nvPr/>
        </p:nvSpPr>
        <p:spPr>
          <a:xfrm>
            <a:off x="2257582" y="1417638"/>
            <a:ext cx="4671947" cy="2585323"/>
          </a:xfrm>
          <a:prstGeom prst="rect">
            <a:avLst/>
          </a:prstGeom>
          <a:noFill/>
        </p:spPr>
        <p:txBody>
          <a:bodyPr wrap="square" rtlCol="0">
            <a:spAutoFit/>
          </a:bodyPr>
          <a:lstStyle/>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 </a:t>
            </a:r>
            <a:r>
              <a:rPr lang="en-US" dirty="0" err="1" smtClean="0">
                <a:latin typeface="Courier"/>
                <a:cs typeface="Courier"/>
              </a:rPr>
              <a:t>private(id</a:t>
            </a:r>
            <a:r>
              <a:rPr lang="en-US" dirty="0" smtClean="0">
                <a:latin typeface="Courier"/>
                <a:cs typeface="Courier"/>
              </a:rPr>
              <a:t>)</a:t>
            </a:r>
          </a:p>
          <a:p>
            <a:endParaRPr lang="en-US" dirty="0" smtClean="0">
              <a:latin typeface="Courier"/>
              <a:cs typeface="Courier"/>
            </a:endParaRPr>
          </a:p>
          <a:p>
            <a:r>
              <a:rPr lang="en-US" dirty="0" smtClean="0">
                <a:latin typeface="Courier"/>
                <a:cs typeface="Courier"/>
              </a:rPr>
              <a:t>	id = </a:t>
            </a:r>
            <a:r>
              <a:rPr lang="en-US" dirty="0" err="1" smtClean="0">
                <a:latin typeface="Courier"/>
                <a:cs typeface="Courier"/>
              </a:rPr>
              <a:t>omp_get_thread_id</a:t>
            </a:r>
            <a:r>
              <a:rPr lang="en-US" dirty="0" smtClean="0">
                <a:latin typeface="Courier"/>
                <a:cs typeface="Courier"/>
              </a:rPr>
              <a:t>()</a:t>
            </a:r>
          </a:p>
          <a:p>
            <a:endParaRPr lang="en-US" dirty="0" smtClean="0">
              <a:latin typeface="Courier"/>
              <a:cs typeface="Courier"/>
            </a:endParaRP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master</a:t>
            </a:r>
          </a:p>
          <a:p>
            <a:r>
              <a:rPr lang="en-US" dirty="0" smtClean="0">
                <a:latin typeface="Courier"/>
                <a:cs typeface="Courier"/>
              </a:rPr>
              <a:t>	print *, ‘</a:t>
            </a:r>
            <a:r>
              <a:rPr lang="en-US" dirty="0" err="1" smtClean="0">
                <a:latin typeface="Courier"/>
                <a:cs typeface="Courier"/>
              </a:rPr>
              <a:t>myid</a:t>
            </a:r>
            <a:r>
              <a:rPr lang="en-US" dirty="0" smtClean="0">
                <a:latin typeface="Courier"/>
                <a:cs typeface="Courier"/>
              </a:rPr>
              <a:t> = ‘, id</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master</a:t>
            </a:r>
          </a:p>
          <a:p>
            <a:endParaRPr lang="en-US" dirty="0" smtClean="0">
              <a:latin typeface="Courier"/>
              <a:cs typeface="Courier"/>
            </a:endParaRP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parallel</a:t>
            </a:r>
            <a:endParaRPr lang="en-US" dirty="0">
              <a:latin typeface="Courier"/>
              <a:cs typeface="Courier"/>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urier"/>
                <a:cs typeface="Courier"/>
              </a:rPr>
              <a:t>s</a:t>
            </a:r>
            <a:r>
              <a:rPr lang="en-US" dirty="0" smtClean="0">
                <a:latin typeface="Courier"/>
                <a:cs typeface="Courier"/>
              </a:rPr>
              <a:t>ingle </a:t>
            </a:r>
            <a:r>
              <a:rPr lang="en-US" dirty="0" smtClean="0"/>
              <a:t>directive</a:t>
            </a:r>
            <a:endParaRPr lang="en-US" dirty="0"/>
          </a:p>
        </p:txBody>
      </p:sp>
      <p:sp>
        <p:nvSpPr>
          <p:cNvPr id="3" name="Content Placeholder 2"/>
          <p:cNvSpPr>
            <a:spLocks noGrp="1"/>
          </p:cNvSpPr>
          <p:nvPr>
            <p:ph idx="1"/>
          </p:nvPr>
        </p:nvSpPr>
        <p:spPr>
          <a:xfrm>
            <a:off x="457200" y="4202216"/>
            <a:ext cx="8229600" cy="2320626"/>
          </a:xfrm>
        </p:spPr>
        <p:txBody>
          <a:bodyPr>
            <a:normAutofit fontScale="70000" lnSpcReduction="20000"/>
          </a:bodyPr>
          <a:lstStyle/>
          <a:p>
            <a:r>
              <a:rPr lang="en-US" dirty="0" smtClean="0"/>
              <a:t>Again, all threads are assigned a thread ID number.</a:t>
            </a:r>
          </a:p>
          <a:p>
            <a:r>
              <a:rPr lang="en-US" dirty="0" smtClean="0"/>
              <a:t>Because of the </a:t>
            </a:r>
            <a:r>
              <a:rPr lang="en-US" dirty="0" smtClean="0">
                <a:latin typeface="Courier"/>
                <a:cs typeface="Courier"/>
              </a:rPr>
              <a:t>single </a:t>
            </a:r>
            <a:r>
              <a:rPr lang="en-US" dirty="0" smtClean="0"/>
              <a:t>directive, </a:t>
            </a:r>
            <a:r>
              <a:rPr lang="en-US" dirty="0" smtClean="0">
                <a:solidFill>
                  <a:srgbClr val="FF0000"/>
                </a:solidFill>
              </a:rPr>
              <a:t>only one thread </a:t>
            </a:r>
            <a:r>
              <a:rPr lang="en-US" dirty="0" smtClean="0"/>
              <a:t>prints out a message.</a:t>
            </a:r>
          </a:p>
          <a:p>
            <a:r>
              <a:rPr lang="en-US" dirty="0" smtClean="0"/>
              <a:t>Which thread executes the </a:t>
            </a:r>
            <a:r>
              <a:rPr lang="en-US" dirty="0" smtClean="0">
                <a:latin typeface="Courier"/>
                <a:cs typeface="Courier"/>
              </a:rPr>
              <a:t>single </a:t>
            </a:r>
            <a:r>
              <a:rPr lang="en-US" dirty="0" smtClean="0"/>
              <a:t>section may change from one execution to the next.</a:t>
            </a:r>
          </a:p>
          <a:p>
            <a:r>
              <a:rPr lang="en-US" dirty="0" smtClean="0"/>
              <a:t>The optional </a:t>
            </a:r>
            <a:r>
              <a:rPr lang="en-US" dirty="0" err="1" smtClean="0">
                <a:latin typeface="Courier"/>
                <a:cs typeface="Courier"/>
              </a:rPr>
              <a:t>nowait</a:t>
            </a:r>
            <a:r>
              <a:rPr lang="en-US" dirty="0" smtClean="0">
                <a:latin typeface="Courier"/>
                <a:cs typeface="Courier"/>
              </a:rPr>
              <a:t> </a:t>
            </a:r>
            <a:r>
              <a:rPr lang="en-US" dirty="0" smtClean="0"/>
              <a:t>directive overrides the implicit barrier in a directive.</a:t>
            </a:r>
          </a:p>
          <a:p>
            <a:pPr>
              <a:buNone/>
            </a:pPr>
            <a:endParaRPr lang="en-US" dirty="0"/>
          </a:p>
        </p:txBody>
      </p:sp>
      <p:sp>
        <p:nvSpPr>
          <p:cNvPr id="4" name="TextBox 3"/>
          <p:cNvSpPr txBox="1"/>
          <p:nvPr/>
        </p:nvSpPr>
        <p:spPr>
          <a:xfrm>
            <a:off x="2257582" y="1417638"/>
            <a:ext cx="4671947" cy="2585323"/>
          </a:xfrm>
          <a:prstGeom prst="rect">
            <a:avLst/>
          </a:prstGeom>
          <a:noFill/>
        </p:spPr>
        <p:txBody>
          <a:bodyPr wrap="square" rtlCol="0">
            <a:spAutoFit/>
          </a:bodyPr>
          <a:lstStyle/>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 </a:t>
            </a:r>
            <a:r>
              <a:rPr lang="en-US" dirty="0" err="1" smtClean="0">
                <a:latin typeface="Courier"/>
                <a:cs typeface="Courier"/>
              </a:rPr>
              <a:t>private(id</a:t>
            </a:r>
            <a:r>
              <a:rPr lang="en-US" dirty="0" smtClean="0">
                <a:latin typeface="Courier"/>
                <a:cs typeface="Courier"/>
              </a:rPr>
              <a:t>)</a:t>
            </a:r>
          </a:p>
          <a:p>
            <a:endParaRPr lang="en-US" dirty="0" smtClean="0">
              <a:latin typeface="Courier"/>
              <a:cs typeface="Courier"/>
            </a:endParaRPr>
          </a:p>
          <a:p>
            <a:r>
              <a:rPr lang="en-US" dirty="0" smtClean="0">
                <a:latin typeface="Courier"/>
                <a:cs typeface="Courier"/>
              </a:rPr>
              <a:t>	id = </a:t>
            </a:r>
            <a:r>
              <a:rPr lang="en-US" dirty="0" err="1" smtClean="0">
                <a:latin typeface="Courier"/>
                <a:cs typeface="Courier"/>
              </a:rPr>
              <a:t>omp_get_thread_id</a:t>
            </a:r>
            <a:r>
              <a:rPr lang="en-US" dirty="0" smtClean="0">
                <a:latin typeface="Courier"/>
                <a:cs typeface="Courier"/>
              </a:rPr>
              <a:t>()</a:t>
            </a:r>
          </a:p>
          <a:p>
            <a:endParaRPr lang="en-US" dirty="0" smtClean="0">
              <a:latin typeface="Courier"/>
              <a:cs typeface="Courier"/>
            </a:endParaRP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single</a:t>
            </a:r>
          </a:p>
          <a:p>
            <a:r>
              <a:rPr lang="en-US" dirty="0" smtClean="0">
                <a:latin typeface="Courier"/>
                <a:cs typeface="Courier"/>
              </a:rPr>
              <a:t>	print *, ‘</a:t>
            </a:r>
            <a:r>
              <a:rPr lang="en-US" dirty="0" err="1" smtClean="0">
                <a:latin typeface="Courier"/>
                <a:cs typeface="Courier"/>
              </a:rPr>
              <a:t>myid</a:t>
            </a:r>
            <a:r>
              <a:rPr lang="en-US" dirty="0" smtClean="0">
                <a:latin typeface="Courier"/>
                <a:cs typeface="Courier"/>
              </a:rPr>
              <a:t> = ‘, id</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single [</a:t>
            </a:r>
            <a:r>
              <a:rPr lang="en-US" dirty="0" err="1" smtClean="0">
                <a:latin typeface="Courier"/>
                <a:cs typeface="Courier"/>
              </a:rPr>
              <a:t>nowait</a:t>
            </a:r>
            <a:r>
              <a:rPr lang="en-US" dirty="0" smtClean="0">
                <a:latin typeface="Courier"/>
                <a:cs typeface="Courier"/>
              </a:rPr>
              <a:t>]</a:t>
            </a:r>
          </a:p>
          <a:p>
            <a:endParaRPr lang="en-US" dirty="0" smtClean="0">
              <a:latin typeface="Courier"/>
              <a:cs typeface="Courier"/>
            </a:endParaRP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parallel</a:t>
            </a:r>
            <a:endParaRPr lang="en-US" dirty="0">
              <a:latin typeface="Courier"/>
              <a:cs typeface="Courier"/>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urier"/>
                <a:cs typeface="Courier"/>
              </a:rPr>
              <a:t>c</a:t>
            </a:r>
            <a:r>
              <a:rPr lang="en-US" dirty="0" smtClean="0">
                <a:latin typeface="Courier"/>
                <a:cs typeface="Courier"/>
              </a:rPr>
              <a:t>ritical </a:t>
            </a:r>
            <a:r>
              <a:rPr lang="en-US" dirty="0" smtClean="0"/>
              <a:t>directive</a:t>
            </a:r>
            <a:endParaRPr lang="en-US" dirty="0"/>
          </a:p>
        </p:txBody>
      </p:sp>
      <p:sp>
        <p:nvSpPr>
          <p:cNvPr id="3" name="Content Placeholder 2"/>
          <p:cNvSpPr>
            <a:spLocks noGrp="1"/>
          </p:cNvSpPr>
          <p:nvPr>
            <p:ph idx="1"/>
          </p:nvPr>
        </p:nvSpPr>
        <p:spPr>
          <a:xfrm>
            <a:off x="457200" y="4421735"/>
            <a:ext cx="8229600" cy="1881588"/>
          </a:xfrm>
        </p:spPr>
        <p:txBody>
          <a:bodyPr>
            <a:normAutofit fontScale="77500" lnSpcReduction="20000"/>
          </a:bodyPr>
          <a:lstStyle/>
          <a:p>
            <a:r>
              <a:rPr lang="en-US" dirty="0" smtClean="0">
                <a:solidFill>
                  <a:srgbClr val="FF0000"/>
                </a:solidFill>
              </a:rPr>
              <a:t>All </a:t>
            </a:r>
            <a:r>
              <a:rPr lang="en-US" dirty="0" smtClean="0"/>
              <a:t>threads will print their id number.</a:t>
            </a:r>
          </a:p>
          <a:p>
            <a:r>
              <a:rPr lang="en-US" dirty="0" smtClean="0"/>
              <a:t>Within the </a:t>
            </a:r>
            <a:r>
              <a:rPr lang="en-US" dirty="0" smtClean="0">
                <a:latin typeface="Courier"/>
                <a:cs typeface="Courier"/>
              </a:rPr>
              <a:t>critical </a:t>
            </a:r>
            <a:r>
              <a:rPr lang="en-US" dirty="0" smtClean="0"/>
              <a:t>section, </a:t>
            </a:r>
            <a:r>
              <a:rPr lang="en-US" dirty="0" smtClean="0">
                <a:solidFill>
                  <a:srgbClr val="FF0000"/>
                </a:solidFill>
              </a:rPr>
              <a:t>only one thread out of the team will be executing at any time</a:t>
            </a:r>
            <a:r>
              <a:rPr lang="en-US" dirty="0" smtClean="0"/>
              <a:t>.</a:t>
            </a:r>
          </a:p>
          <a:p>
            <a:r>
              <a:rPr lang="en-US" dirty="0" smtClean="0"/>
              <a:t>Thus, for six threads, there will be six print statements but they will not necessarily be ordered by id number. </a:t>
            </a:r>
            <a:endParaRPr lang="en-US" dirty="0"/>
          </a:p>
        </p:txBody>
      </p:sp>
      <p:sp>
        <p:nvSpPr>
          <p:cNvPr id="4" name="TextBox 3"/>
          <p:cNvSpPr txBox="1"/>
          <p:nvPr/>
        </p:nvSpPr>
        <p:spPr>
          <a:xfrm>
            <a:off x="2257582" y="1417638"/>
            <a:ext cx="4671947" cy="2585323"/>
          </a:xfrm>
          <a:prstGeom prst="rect">
            <a:avLst/>
          </a:prstGeom>
          <a:noFill/>
        </p:spPr>
        <p:txBody>
          <a:bodyPr wrap="square" rtlCol="0">
            <a:spAutoFit/>
          </a:bodyPr>
          <a:lstStyle/>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 </a:t>
            </a:r>
            <a:r>
              <a:rPr lang="en-US" dirty="0" err="1" smtClean="0">
                <a:latin typeface="Courier"/>
                <a:cs typeface="Courier"/>
              </a:rPr>
              <a:t>private(id</a:t>
            </a:r>
            <a:r>
              <a:rPr lang="en-US" dirty="0" smtClean="0">
                <a:latin typeface="Courier"/>
                <a:cs typeface="Courier"/>
              </a:rPr>
              <a:t>)</a:t>
            </a:r>
          </a:p>
          <a:p>
            <a:endParaRPr lang="en-US" dirty="0" smtClean="0">
              <a:latin typeface="Courier"/>
              <a:cs typeface="Courier"/>
            </a:endParaRPr>
          </a:p>
          <a:p>
            <a:r>
              <a:rPr lang="en-US" dirty="0" smtClean="0">
                <a:latin typeface="Courier"/>
                <a:cs typeface="Courier"/>
              </a:rPr>
              <a:t>	id = </a:t>
            </a:r>
            <a:r>
              <a:rPr lang="en-US" dirty="0" err="1" smtClean="0">
                <a:latin typeface="Courier"/>
                <a:cs typeface="Courier"/>
              </a:rPr>
              <a:t>omp_get_thread_id</a:t>
            </a:r>
            <a:r>
              <a:rPr lang="en-US" dirty="0" smtClean="0">
                <a:latin typeface="Courier"/>
                <a:cs typeface="Courier"/>
              </a:rPr>
              <a:t>()</a:t>
            </a:r>
          </a:p>
          <a:p>
            <a:endParaRPr lang="en-US" dirty="0" smtClean="0">
              <a:latin typeface="Courier"/>
              <a:cs typeface="Courier"/>
            </a:endParaRP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critical</a:t>
            </a:r>
          </a:p>
          <a:p>
            <a:r>
              <a:rPr lang="en-US" dirty="0" smtClean="0">
                <a:latin typeface="Courier"/>
                <a:cs typeface="Courier"/>
              </a:rPr>
              <a:t>	print *, ‘</a:t>
            </a:r>
            <a:r>
              <a:rPr lang="en-US" dirty="0" err="1" smtClean="0">
                <a:latin typeface="Courier"/>
                <a:cs typeface="Courier"/>
              </a:rPr>
              <a:t>myid</a:t>
            </a:r>
            <a:r>
              <a:rPr lang="en-US" dirty="0" smtClean="0">
                <a:latin typeface="Courier"/>
                <a:cs typeface="Courier"/>
              </a:rPr>
              <a:t> = ‘, id</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critical</a:t>
            </a:r>
          </a:p>
          <a:p>
            <a:endParaRPr lang="en-US" dirty="0" smtClean="0">
              <a:latin typeface="Courier"/>
              <a:cs typeface="Courier"/>
            </a:endParaRP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parallel</a:t>
            </a:r>
            <a:endParaRPr lang="en-US" dirty="0">
              <a:latin typeface="Courier"/>
              <a:cs typeface="Courier"/>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urier"/>
                <a:cs typeface="Courier"/>
              </a:rPr>
              <a:t>b</a:t>
            </a:r>
            <a:r>
              <a:rPr lang="en-US" dirty="0" smtClean="0">
                <a:latin typeface="Courier"/>
                <a:cs typeface="Courier"/>
              </a:rPr>
              <a:t>arrier </a:t>
            </a:r>
            <a:r>
              <a:rPr lang="en-US" dirty="0" smtClean="0"/>
              <a:t>directive</a:t>
            </a:r>
            <a:endParaRPr lang="en-US" dirty="0"/>
          </a:p>
        </p:txBody>
      </p:sp>
      <p:sp>
        <p:nvSpPr>
          <p:cNvPr id="3" name="Content Placeholder 2"/>
          <p:cNvSpPr>
            <a:spLocks noGrp="1"/>
          </p:cNvSpPr>
          <p:nvPr>
            <p:ph idx="1"/>
          </p:nvPr>
        </p:nvSpPr>
        <p:spPr>
          <a:xfrm>
            <a:off x="457200" y="4421735"/>
            <a:ext cx="8229600" cy="1881588"/>
          </a:xfrm>
        </p:spPr>
        <p:txBody>
          <a:bodyPr>
            <a:normAutofit fontScale="70000" lnSpcReduction="20000"/>
          </a:bodyPr>
          <a:lstStyle/>
          <a:p>
            <a:r>
              <a:rPr lang="en-US" dirty="0" smtClean="0"/>
              <a:t>The </a:t>
            </a:r>
            <a:r>
              <a:rPr lang="en-US" dirty="0" smtClean="0">
                <a:latin typeface="Courier"/>
                <a:cs typeface="Courier"/>
              </a:rPr>
              <a:t>barrier </a:t>
            </a:r>
            <a:r>
              <a:rPr lang="en-US" dirty="0" smtClean="0"/>
              <a:t>directive requires that all threads in the team arrive at the barrier before execution continues.</a:t>
            </a:r>
          </a:p>
          <a:p>
            <a:r>
              <a:rPr lang="en-US" dirty="0" smtClean="0"/>
              <a:t>In this example, the function foo1 may perform some action, e.g. on shared data, that may affect other threads in the function foo2. Thus, all threads execute foo1, stop at the barrier and then continue on to foo2.</a:t>
            </a:r>
          </a:p>
          <a:p>
            <a:pPr>
              <a:buNone/>
            </a:pPr>
            <a:endParaRPr lang="en-US" dirty="0"/>
          </a:p>
        </p:txBody>
      </p:sp>
      <p:sp>
        <p:nvSpPr>
          <p:cNvPr id="4" name="TextBox 3"/>
          <p:cNvSpPr txBox="1"/>
          <p:nvPr/>
        </p:nvSpPr>
        <p:spPr>
          <a:xfrm>
            <a:off x="2257582" y="1417638"/>
            <a:ext cx="4671947" cy="2585323"/>
          </a:xfrm>
          <a:prstGeom prst="rect">
            <a:avLst/>
          </a:prstGeom>
          <a:noFill/>
        </p:spPr>
        <p:txBody>
          <a:bodyPr wrap="square" rtlCol="0">
            <a:spAutoFit/>
          </a:bodyPr>
          <a:lstStyle/>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a:t>
            </a:r>
          </a:p>
          <a:p>
            <a:endParaRPr lang="en-US" dirty="0" smtClean="0">
              <a:latin typeface="Courier"/>
              <a:cs typeface="Courier"/>
            </a:endParaRPr>
          </a:p>
          <a:p>
            <a:r>
              <a:rPr lang="en-US" dirty="0" smtClean="0">
                <a:latin typeface="Courier"/>
                <a:cs typeface="Courier"/>
              </a:rPr>
              <a:t>	call foo1()</a:t>
            </a:r>
          </a:p>
          <a:p>
            <a:endParaRPr lang="en-US" dirty="0" smtClean="0">
              <a:latin typeface="Courier"/>
              <a:cs typeface="Courier"/>
            </a:endParaRP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barrier</a:t>
            </a:r>
          </a:p>
          <a:p>
            <a:r>
              <a:rPr lang="en-US" dirty="0" smtClean="0">
                <a:latin typeface="Courier"/>
                <a:cs typeface="Courier"/>
              </a:rPr>
              <a:t>	</a:t>
            </a:r>
          </a:p>
          <a:p>
            <a:r>
              <a:rPr lang="en-US" dirty="0" smtClean="0">
                <a:latin typeface="Courier"/>
                <a:cs typeface="Courier"/>
              </a:rPr>
              <a:t>	call foo2()</a:t>
            </a:r>
          </a:p>
          <a:p>
            <a:endParaRPr lang="en-US" dirty="0" smtClean="0">
              <a:latin typeface="Courier"/>
              <a:cs typeface="Courier"/>
            </a:endParaRP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parallel</a:t>
            </a:r>
            <a:endParaRPr lang="en-US" dirty="0">
              <a:latin typeface="Courier"/>
              <a:cs typeface="Courier"/>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urier"/>
                <a:cs typeface="Courier"/>
              </a:rPr>
              <a:t>a</a:t>
            </a:r>
            <a:r>
              <a:rPr lang="en-US" dirty="0" smtClean="0">
                <a:latin typeface="Courier"/>
                <a:cs typeface="Courier"/>
              </a:rPr>
              <a:t>tomic </a:t>
            </a:r>
            <a:r>
              <a:rPr lang="en-US" dirty="0" smtClean="0"/>
              <a:t>directive</a:t>
            </a:r>
            <a:endParaRPr lang="en-US" dirty="0"/>
          </a:p>
        </p:txBody>
      </p:sp>
      <p:sp>
        <p:nvSpPr>
          <p:cNvPr id="3" name="Content Placeholder 2"/>
          <p:cNvSpPr>
            <a:spLocks noGrp="1"/>
          </p:cNvSpPr>
          <p:nvPr>
            <p:ph idx="1"/>
          </p:nvPr>
        </p:nvSpPr>
        <p:spPr>
          <a:xfrm>
            <a:off x="457200" y="1417638"/>
            <a:ext cx="8229600" cy="1106827"/>
          </a:xfrm>
        </p:spPr>
        <p:txBody>
          <a:bodyPr>
            <a:normAutofit/>
          </a:bodyPr>
          <a:lstStyle/>
          <a:p>
            <a:r>
              <a:rPr lang="en-US" dirty="0" smtClean="0"/>
              <a:t>The </a:t>
            </a:r>
            <a:r>
              <a:rPr lang="en-US" dirty="0" smtClean="0">
                <a:latin typeface="Courier"/>
                <a:cs typeface="Courier"/>
              </a:rPr>
              <a:t>atomic </a:t>
            </a:r>
            <a:r>
              <a:rPr lang="en-US" dirty="0" smtClean="0"/>
              <a:t>protects memory locations from being updated by more than one thread.</a:t>
            </a:r>
          </a:p>
          <a:p>
            <a:pPr>
              <a:buNone/>
            </a:pPr>
            <a:endParaRPr lang="en-US" dirty="0"/>
          </a:p>
        </p:txBody>
      </p:sp>
      <p:sp>
        <p:nvSpPr>
          <p:cNvPr id="4" name="TextBox 3"/>
          <p:cNvSpPr txBox="1"/>
          <p:nvPr/>
        </p:nvSpPr>
        <p:spPr>
          <a:xfrm>
            <a:off x="2257582" y="2900783"/>
            <a:ext cx="4671947" cy="2031325"/>
          </a:xfrm>
          <a:prstGeom prst="rect">
            <a:avLst/>
          </a:prstGeom>
          <a:noFill/>
        </p:spPr>
        <p:txBody>
          <a:bodyPr wrap="square" rtlCol="0">
            <a:spAutoFit/>
          </a:bodyPr>
          <a:lstStyle/>
          <a:p>
            <a:r>
              <a:rPr lang="en-US" dirty="0" err="1">
                <a:latin typeface="Courier"/>
                <a:cs typeface="Courier"/>
              </a:rPr>
              <a:t>n</a:t>
            </a:r>
            <a:r>
              <a:rPr lang="en-US" dirty="0" smtClean="0">
                <a:latin typeface="Courier"/>
                <a:cs typeface="Courier"/>
              </a:rPr>
              <a:t> = 0</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a:t>
            </a:r>
          </a:p>
          <a:p>
            <a:endParaRPr lang="en-US" dirty="0" smtClean="0">
              <a:latin typeface="Courier"/>
              <a:cs typeface="Courier"/>
            </a:endParaRP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atomic</a:t>
            </a:r>
          </a:p>
          <a:p>
            <a:r>
              <a:rPr lang="en-US" dirty="0" smtClean="0">
                <a:latin typeface="Courier"/>
                <a:cs typeface="Courier"/>
              </a:rPr>
              <a:t>   </a:t>
            </a:r>
            <a:r>
              <a:rPr lang="en-US" dirty="0" err="1" smtClean="0">
                <a:latin typeface="Courier"/>
                <a:cs typeface="Courier"/>
              </a:rPr>
              <a:t>n</a:t>
            </a:r>
            <a:r>
              <a:rPr lang="en-US" dirty="0" smtClean="0">
                <a:latin typeface="Courier"/>
                <a:cs typeface="Courier"/>
              </a:rPr>
              <a:t> = </a:t>
            </a:r>
            <a:r>
              <a:rPr lang="en-US" dirty="0" err="1" smtClean="0">
                <a:latin typeface="Courier"/>
                <a:cs typeface="Courier"/>
              </a:rPr>
              <a:t>n</a:t>
            </a:r>
            <a:r>
              <a:rPr lang="en-US" dirty="0" smtClean="0">
                <a:latin typeface="Courier"/>
                <a:cs typeface="Courier"/>
              </a:rPr>
              <a:t> + 1</a:t>
            </a:r>
          </a:p>
          <a:p>
            <a:endParaRPr lang="en-US" dirty="0" smtClean="0">
              <a:latin typeface="Courier"/>
              <a:cs typeface="Courier"/>
            </a:endParaRP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parallel</a:t>
            </a:r>
            <a:endParaRPr lang="en-US" dirty="0">
              <a:latin typeface="Courier"/>
              <a:cs typeface="Courier"/>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Warning	</a:t>
            </a:r>
            <a:endParaRPr lang="en-US" dirty="0"/>
          </a:p>
        </p:txBody>
      </p:sp>
      <p:sp>
        <p:nvSpPr>
          <p:cNvPr id="3" name="Content Placeholder 2"/>
          <p:cNvSpPr>
            <a:spLocks noGrp="1"/>
          </p:cNvSpPr>
          <p:nvPr>
            <p:ph idx="1"/>
          </p:nvPr>
        </p:nvSpPr>
        <p:spPr/>
        <p:txBody>
          <a:bodyPr/>
          <a:lstStyle/>
          <a:p>
            <a:r>
              <a:rPr lang="en-US" dirty="0" smtClean="0"/>
              <a:t>In general, try to avoid the use of synchronization directives, especially barriers, as they may cause significant performance degradation.</a:t>
            </a:r>
          </a:p>
          <a:p>
            <a:r>
              <a:rPr lang="en-US" dirty="0" smtClean="0"/>
              <a:t>If possible, try to re-factor your algorithm to avoid using them. Consider using temporary variables in OpenMP sections to accomplish this.</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14012"/>
            <a:ext cx="8229600" cy="1143000"/>
          </a:xfrm>
        </p:spPr>
        <p:txBody>
          <a:bodyPr/>
          <a:lstStyle/>
          <a:p>
            <a:r>
              <a:rPr lang="en-US" dirty="0" smtClean="0"/>
              <a:t>Data scoping</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Private/Shared Data</a:t>
            </a:r>
            <a:endParaRPr lang="en-US" dirty="0"/>
          </a:p>
        </p:txBody>
      </p:sp>
      <p:sp>
        <p:nvSpPr>
          <p:cNvPr id="3" name="Content Placeholder 2"/>
          <p:cNvSpPr>
            <a:spLocks noGrp="1"/>
          </p:cNvSpPr>
          <p:nvPr>
            <p:ph idx="1"/>
          </p:nvPr>
        </p:nvSpPr>
        <p:spPr>
          <a:xfrm>
            <a:off x="457200" y="1259713"/>
            <a:ext cx="8229600" cy="3697200"/>
          </a:xfrm>
        </p:spPr>
        <p:txBody>
          <a:bodyPr>
            <a:normAutofit fontScale="77500" lnSpcReduction="20000"/>
          </a:bodyPr>
          <a:lstStyle/>
          <a:p>
            <a:r>
              <a:rPr lang="en-US" dirty="0" smtClean="0"/>
              <a:t>In parallel regions, four types of data attributes can exist</a:t>
            </a:r>
          </a:p>
          <a:p>
            <a:pPr lvl="1"/>
            <a:r>
              <a:rPr lang="en-US" dirty="0" smtClean="0">
                <a:latin typeface="Courier"/>
                <a:cs typeface="Courier"/>
              </a:rPr>
              <a:t>shared (</a:t>
            </a:r>
            <a:r>
              <a:rPr lang="en-US" dirty="0" smtClean="0">
                <a:cs typeface="Courier"/>
              </a:rPr>
              <a:t>default</a:t>
            </a:r>
            <a:r>
              <a:rPr lang="en-US" dirty="0" smtClean="0">
                <a:latin typeface="Courier"/>
                <a:cs typeface="Courier"/>
              </a:rPr>
              <a:t>)</a:t>
            </a:r>
          </a:p>
          <a:p>
            <a:pPr lvl="2"/>
            <a:r>
              <a:rPr lang="en-US" dirty="0" smtClean="0">
                <a:cs typeface="Courier"/>
              </a:rPr>
              <a:t>Accessible by all threads</a:t>
            </a:r>
          </a:p>
          <a:p>
            <a:pPr lvl="1"/>
            <a:r>
              <a:rPr lang="en-US" dirty="0">
                <a:latin typeface="Courier"/>
                <a:cs typeface="Courier"/>
              </a:rPr>
              <a:t>p</a:t>
            </a:r>
            <a:r>
              <a:rPr lang="en-US" dirty="0" smtClean="0">
                <a:latin typeface="Courier"/>
                <a:cs typeface="Courier"/>
              </a:rPr>
              <a:t>rivate</a:t>
            </a:r>
          </a:p>
          <a:p>
            <a:pPr lvl="2"/>
            <a:r>
              <a:rPr lang="en-US" dirty="0" smtClean="0">
                <a:cs typeface="Courier"/>
              </a:rPr>
              <a:t>Accessible only by the current thread</a:t>
            </a:r>
          </a:p>
          <a:p>
            <a:pPr lvl="2"/>
            <a:r>
              <a:rPr lang="en-US" dirty="0" smtClean="0">
                <a:cs typeface="Courier"/>
              </a:rPr>
              <a:t>NB: Loop counters are automatically private</a:t>
            </a:r>
          </a:p>
          <a:p>
            <a:r>
              <a:rPr lang="en-US" dirty="0" smtClean="0">
                <a:cs typeface="Courier"/>
              </a:rPr>
              <a:t>Also</a:t>
            </a:r>
          </a:p>
          <a:p>
            <a:pPr lvl="1"/>
            <a:r>
              <a:rPr lang="en-US" dirty="0" smtClean="0">
                <a:latin typeface="Courier"/>
                <a:cs typeface="Courier"/>
              </a:rPr>
              <a:t>None</a:t>
            </a:r>
          </a:p>
          <a:p>
            <a:pPr lvl="1"/>
            <a:r>
              <a:rPr lang="en-US" dirty="0" err="1" smtClean="0">
                <a:latin typeface="Courier"/>
                <a:cs typeface="Courier"/>
              </a:rPr>
              <a:t>firstprivate/lastprivate</a:t>
            </a:r>
            <a:endParaRPr lang="en-US" dirty="0" smtClean="0">
              <a:cs typeface="Courier"/>
            </a:endParaRPr>
          </a:p>
          <a:p>
            <a:r>
              <a:rPr lang="en-US" dirty="0" smtClean="0">
                <a:cs typeface="Courier"/>
              </a:rPr>
              <a:t>The default can be changed using the </a:t>
            </a:r>
            <a:r>
              <a:rPr lang="en-US" dirty="0" smtClean="0">
                <a:latin typeface="Courier"/>
                <a:cs typeface="Courier"/>
              </a:rPr>
              <a:t>default </a:t>
            </a:r>
            <a:r>
              <a:rPr lang="en-US" dirty="0" smtClean="0">
                <a:cs typeface="Courier"/>
              </a:rPr>
              <a:t>directive</a:t>
            </a:r>
          </a:p>
          <a:p>
            <a:pPr>
              <a:buNone/>
            </a:pPr>
            <a:endParaRPr lang="en-US" dirty="0">
              <a:cs typeface="Courier"/>
            </a:endParaRPr>
          </a:p>
        </p:txBody>
      </p:sp>
      <p:sp>
        <p:nvSpPr>
          <p:cNvPr id="5" name="TextBox 4"/>
          <p:cNvSpPr txBox="1"/>
          <p:nvPr/>
        </p:nvSpPr>
        <p:spPr>
          <a:xfrm>
            <a:off x="2257582" y="4956913"/>
            <a:ext cx="4671947" cy="923330"/>
          </a:xfrm>
          <a:prstGeom prst="rect">
            <a:avLst/>
          </a:prstGeom>
          <a:noFill/>
        </p:spPr>
        <p:txBody>
          <a:bodyPr wrap="square" rtlCol="0">
            <a:spAutoFit/>
          </a:bodyPr>
          <a:lstStyle/>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 </a:t>
            </a:r>
            <a:r>
              <a:rPr lang="en-US" dirty="0" err="1" smtClean="0">
                <a:latin typeface="Courier"/>
                <a:cs typeface="Courier"/>
              </a:rPr>
              <a:t>default(private</a:t>
            </a:r>
            <a:r>
              <a:rPr lang="en-US" dirty="0" smtClean="0">
                <a:latin typeface="Courier"/>
                <a:cs typeface="Courier"/>
              </a:rPr>
              <a:t>)</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 </a:t>
            </a:r>
            <a:r>
              <a:rPr lang="en-US" dirty="0" err="1" smtClean="0">
                <a:latin typeface="Courier"/>
                <a:cs typeface="Courier"/>
              </a:rPr>
              <a:t>default(shared</a:t>
            </a:r>
            <a:r>
              <a:rPr lang="en-US" dirty="0" smtClean="0">
                <a:latin typeface="Courier"/>
                <a:cs typeface="Courier"/>
              </a:rPr>
              <a:t>)</a:t>
            </a:r>
          </a:p>
          <a:p>
            <a:r>
              <a:rPr lang="en-US" dirty="0" smtClean="0">
                <a:latin typeface="Courier"/>
                <a:cs typeface="Courier"/>
              </a:rPr>
              <a:t>!$</a:t>
            </a:r>
            <a:r>
              <a:rPr lang="en-US" dirty="0" err="1" smtClean="0">
                <a:latin typeface="Courier"/>
                <a:cs typeface="Courier"/>
              </a:rPr>
              <a:t>ompe</a:t>
            </a:r>
            <a:r>
              <a:rPr lang="en-US" dirty="0" smtClean="0">
                <a:latin typeface="Courier"/>
                <a:cs typeface="Courier"/>
              </a:rPr>
              <a:t> parallel </a:t>
            </a:r>
            <a:r>
              <a:rPr lang="en-US" dirty="0" err="1" smtClean="0">
                <a:latin typeface="Courier"/>
                <a:cs typeface="Courier"/>
              </a:rPr>
              <a:t>default(none</a:t>
            </a:r>
            <a:r>
              <a:rPr lang="en-US" dirty="0" smtClean="0">
                <a:latin typeface="Courier"/>
                <a:cs typeface="Courier"/>
              </a:rPr>
              <a:t>)</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Private/Shared data</a:t>
            </a:r>
            <a:endParaRPr lang="en-US" dirty="0"/>
          </a:p>
        </p:txBody>
      </p:sp>
      <p:sp>
        <p:nvSpPr>
          <p:cNvPr id="3" name="Content Placeholder 2"/>
          <p:cNvSpPr>
            <a:spLocks noGrp="1"/>
          </p:cNvSpPr>
          <p:nvPr>
            <p:ph idx="1"/>
          </p:nvPr>
        </p:nvSpPr>
        <p:spPr>
          <a:xfrm>
            <a:off x="457200" y="1600202"/>
            <a:ext cx="8229600" cy="581250"/>
          </a:xfrm>
        </p:spPr>
        <p:txBody>
          <a:bodyPr>
            <a:normAutofit fontScale="62500" lnSpcReduction="20000"/>
          </a:bodyPr>
          <a:lstStyle/>
          <a:p>
            <a:r>
              <a:rPr lang="en-US" dirty="0" smtClean="0"/>
              <a:t>Individual variables in parallel regions can be declared </a:t>
            </a:r>
            <a:r>
              <a:rPr lang="en-US" dirty="0" smtClean="0">
                <a:latin typeface="Courier"/>
                <a:cs typeface="Courier"/>
              </a:rPr>
              <a:t>private </a:t>
            </a:r>
            <a:r>
              <a:rPr lang="en-US" dirty="0" smtClean="0"/>
              <a:t>or </a:t>
            </a:r>
            <a:r>
              <a:rPr lang="en-US" dirty="0" smtClean="0">
                <a:latin typeface="Courier"/>
                <a:cs typeface="Courier"/>
              </a:rPr>
              <a:t>shared</a:t>
            </a:r>
            <a:endParaRPr lang="en-US" dirty="0">
              <a:latin typeface="Courier"/>
              <a:cs typeface="Courier"/>
            </a:endParaRPr>
          </a:p>
        </p:txBody>
      </p:sp>
      <p:sp>
        <p:nvSpPr>
          <p:cNvPr id="4" name="TextBox 3"/>
          <p:cNvSpPr txBox="1"/>
          <p:nvPr/>
        </p:nvSpPr>
        <p:spPr>
          <a:xfrm>
            <a:off x="2257582" y="2335074"/>
            <a:ext cx="4671947" cy="1477328"/>
          </a:xfrm>
          <a:prstGeom prst="rect">
            <a:avLst/>
          </a:prstGeom>
          <a:noFill/>
        </p:spPr>
        <p:txBody>
          <a:bodyPr wrap="square" rtlCol="0">
            <a:spAutoFit/>
          </a:bodyPr>
          <a:lstStyle/>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 private(x0,y0)</a:t>
            </a:r>
          </a:p>
          <a:p>
            <a:r>
              <a:rPr lang="en-US" dirty="0" smtClean="0">
                <a:latin typeface="Courier"/>
                <a:cs typeface="Courier"/>
              </a:rPr>
              <a:t>	x0 = </a:t>
            </a:r>
            <a:r>
              <a:rPr lang="en-US" dirty="0" err="1" smtClean="0">
                <a:latin typeface="Courier"/>
                <a:cs typeface="Courier"/>
              </a:rPr>
              <a:t>xarray</a:t>
            </a:r>
            <a:r>
              <a:rPr lang="en-US" dirty="0" smtClean="0">
                <a:latin typeface="Courier"/>
                <a:cs typeface="Courier"/>
              </a:rPr>
              <a:t>(…)</a:t>
            </a:r>
          </a:p>
          <a:p>
            <a:r>
              <a:rPr lang="en-US" dirty="0" smtClean="0">
                <a:latin typeface="Courier"/>
                <a:cs typeface="Courier"/>
              </a:rPr>
              <a:t>	y0 = </a:t>
            </a:r>
            <a:r>
              <a:rPr lang="en-US" dirty="0" err="1" smtClean="0">
                <a:latin typeface="Courier"/>
                <a:cs typeface="Courier"/>
              </a:rPr>
              <a:t>yarray</a:t>
            </a:r>
            <a:r>
              <a:rPr lang="en-US" dirty="0" smtClean="0">
                <a:latin typeface="Courier"/>
                <a:cs typeface="Courier"/>
              </a:rPr>
              <a:t>(…)</a:t>
            </a:r>
          </a:p>
          <a:p>
            <a:r>
              <a:rPr lang="en-US" dirty="0" smtClean="0">
                <a:latin typeface="Courier"/>
                <a:cs typeface="Courier"/>
              </a:rPr>
              <a:t>	</a:t>
            </a:r>
            <a:r>
              <a:rPr lang="en-US" dirty="0" err="1" smtClean="0">
                <a:latin typeface="Courier"/>
                <a:cs typeface="Courier"/>
              </a:rPr>
              <a:t>f</a:t>
            </a:r>
            <a:r>
              <a:rPr lang="en-US" dirty="0" smtClean="0">
                <a:latin typeface="Courier"/>
                <a:cs typeface="Courier"/>
              </a:rPr>
              <a:t>(…) = foo1(x0,y0)</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parallel</a:t>
            </a:r>
            <a:endParaRPr lang="en-US" dirty="0">
              <a:latin typeface="Courier"/>
              <a:cs typeface="Courier"/>
            </a:endParaRPr>
          </a:p>
        </p:txBody>
      </p:sp>
      <p:sp>
        <p:nvSpPr>
          <p:cNvPr id="6" name="Content Placeholder 2"/>
          <p:cNvSpPr txBox="1">
            <a:spLocks/>
          </p:cNvSpPr>
          <p:nvPr/>
        </p:nvSpPr>
        <p:spPr>
          <a:xfrm>
            <a:off x="609600" y="3935301"/>
            <a:ext cx="8229600" cy="1175234"/>
          </a:xfrm>
          <a:prstGeom prst="rect">
            <a:avLst/>
          </a:prstGeom>
        </p:spPr>
        <p:txBody>
          <a:bodyPr vert="horz" lIns="91440" tIns="45720" rIns="91440" bIns="45720" rtlCol="0">
            <a:normAutofit fontScale="62500" lnSpcReduction="20000"/>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Here, </a:t>
            </a:r>
            <a:r>
              <a:rPr kumimoji="0" lang="en-US" sz="3200" b="0" i="0" u="none" strike="noStrike" kern="1200" cap="none" spc="0" normalizeH="0" baseline="0" noProof="0" dirty="0" smtClean="0">
                <a:ln>
                  <a:noFill/>
                </a:ln>
                <a:solidFill>
                  <a:schemeClr val="tx1"/>
                </a:solidFill>
                <a:effectLst/>
                <a:uLnTx/>
                <a:uFillTx/>
                <a:latin typeface="Courier"/>
                <a:ea typeface="+mn-ea"/>
                <a:cs typeface="Courier"/>
              </a:rPr>
              <a:t>x0</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and </a:t>
            </a:r>
            <a:r>
              <a:rPr kumimoji="0" lang="en-US" sz="3200" b="0" i="0" u="none" strike="noStrike" kern="1200" cap="none" spc="0" normalizeH="0" baseline="0" noProof="0" dirty="0" smtClean="0">
                <a:ln>
                  <a:noFill/>
                </a:ln>
                <a:solidFill>
                  <a:schemeClr val="tx1"/>
                </a:solidFill>
                <a:effectLst/>
                <a:uLnTx/>
                <a:uFillTx/>
                <a:latin typeface="Courier"/>
                <a:ea typeface="+mn-ea"/>
                <a:cs typeface="Courier"/>
              </a:rPr>
              <a:t>y0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are </a:t>
            </a:r>
            <a:r>
              <a:rPr lang="en-US" sz="3200" dirty="0" smtClean="0"/>
              <a:t>private variables, taken from the shared arrays </a:t>
            </a:r>
            <a:r>
              <a:rPr lang="en-US" sz="3200" dirty="0" err="1" smtClean="0">
                <a:latin typeface="Courier"/>
                <a:cs typeface="Courier"/>
              </a:rPr>
              <a:t>xarray</a:t>
            </a:r>
            <a:r>
              <a:rPr lang="en-US" sz="3200" dirty="0" smtClean="0">
                <a:latin typeface="Courier"/>
                <a:cs typeface="Courier"/>
              </a:rPr>
              <a:t>()</a:t>
            </a:r>
            <a:r>
              <a:rPr lang="en-US" sz="3200" dirty="0" smtClean="0"/>
              <a:t>, and </a:t>
            </a:r>
            <a:r>
              <a:rPr lang="en-US" sz="3200" dirty="0" err="1" smtClean="0">
                <a:latin typeface="Courier"/>
                <a:cs typeface="Courier"/>
              </a:rPr>
              <a:t>yarray</a:t>
            </a:r>
            <a:r>
              <a:rPr lang="en-US" sz="3200" dirty="0" smtClean="0">
                <a:latin typeface="Courier"/>
                <a:cs typeface="Courier"/>
              </a:rPr>
              <a:t>()</a:t>
            </a:r>
            <a:r>
              <a:rPr lang="en-US" sz="3200" dirty="0" smtClean="0"/>
              <a:t> that are used to compute some variable that is stored in the shared array </a:t>
            </a:r>
            <a:r>
              <a:rPr lang="en-US" sz="3200" dirty="0" err="1" smtClean="0">
                <a:latin typeface="Courier"/>
                <a:cs typeface="Courier"/>
              </a:rPr>
              <a:t>f</a:t>
            </a:r>
            <a:r>
              <a:rPr lang="en-US" sz="3200" dirty="0" smtClean="0">
                <a:latin typeface="Courier"/>
                <a:cs typeface="Courier"/>
              </a:rPr>
              <a:t>()</a:t>
            </a:r>
            <a:r>
              <a:rPr lang="en-US" sz="3200" dirty="0" smtClean="0"/>
              <a:t>.</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lang="en-US" sz="3200" dirty="0" smtClean="0">
                <a:cs typeface="Courier"/>
              </a:rPr>
              <a:t>It is also possible to directly specify that variables be </a:t>
            </a:r>
            <a:r>
              <a:rPr lang="en-US" sz="3200" dirty="0" smtClean="0">
                <a:latin typeface="Courier"/>
                <a:cs typeface="Courier"/>
              </a:rPr>
              <a:t>shared</a:t>
            </a:r>
            <a:r>
              <a:rPr lang="en-US" sz="3200" dirty="0" smtClean="0">
                <a:cs typeface="Courier"/>
              </a:rPr>
              <a:t>.</a:t>
            </a:r>
            <a:endParaRPr kumimoji="0" lang="en-US" sz="3200" b="0" i="0" u="none" strike="noStrike" kern="1200" cap="none" spc="0" normalizeH="0" baseline="0" noProof="0" dirty="0" smtClean="0">
              <a:ln>
                <a:noFill/>
              </a:ln>
              <a:solidFill>
                <a:schemeClr val="tx1"/>
              </a:solidFill>
              <a:effectLst/>
              <a:uLnTx/>
              <a:uFillTx/>
              <a:ea typeface="+mn-ea"/>
              <a:cs typeface="Courier"/>
            </a:endParaRPr>
          </a:p>
        </p:txBody>
      </p:sp>
      <p:sp>
        <p:nvSpPr>
          <p:cNvPr id="7" name="TextBox 6"/>
          <p:cNvSpPr txBox="1"/>
          <p:nvPr/>
        </p:nvSpPr>
        <p:spPr>
          <a:xfrm>
            <a:off x="1044736" y="5110535"/>
            <a:ext cx="7518002" cy="1477328"/>
          </a:xfrm>
          <a:prstGeom prst="rect">
            <a:avLst/>
          </a:prstGeom>
          <a:noFill/>
        </p:spPr>
        <p:txBody>
          <a:bodyPr wrap="square" rtlCol="0">
            <a:spAutoFit/>
          </a:bodyPr>
          <a:lstStyle/>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 private(x0,y0) </a:t>
            </a:r>
            <a:r>
              <a:rPr lang="en-US" dirty="0" err="1" smtClean="0">
                <a:latin typeface="Courier"/>
                <a:cs typeface="Courier"/>
              </a:rPr>
              <a:t>shared(xarray,yarray,f</a:t>
            </a:r>
            <a:r>
              <a:rPr lang="en-US" dirty="0" smtClean="0">
                <a:latin typeface="Courier"/>
                <a:cs typeface="Courier"/>
              </a:rPr>
              <a:t>)</a:t>
            </a:r>
          </a:p>
          <a:p>
            <a:r>
              <a:rPr lang="en-US" dirty="0" smtClean="0">
                <a:latin typeface="Courier"/>
                <a:cs typeface="Courier"/>
              </a:rPr>
              <a:t>	x0 = </a:t>
            </a:r>
            <a:r>
              <a:rPr lang="en-US" dirty="0" err="1" smtClean="0">
                <a:latin typeface="Courier"/>
                <a:cs typeface="Courier"/>
              </a:rPr>
              <a:t>xarray</a:t>
            </a:r>
            <a:r>
              <a:rPr lang="en-US" dirty="0" smtClean="0">
                <a:latin typeface="Courier"/>
                <a:cs typeface="Courier"/>
              </a:rPr>
              <a:t>(…)</a:t>
            </a:r>
          </a:p>
          <a:p>
            <a:r>
              <a:rPr lang="en-US" dirty="0" smtClean="0">
                <a:latin typeface="Courier"/>
                <a:cs typeface="Courier"/>
              </a:rPr>
              <a:t>	y0 = </a:t>
            </a:r>
            <a:r>
              <a:rPr lang="en-US" dirty="0" err="1" smtClean="0">
                <a:latin typeface="Courier"/>
                <a:cs typeface="Courier"/>
              </a:rPr>
              <a:t>yarray</a:t>
            </a:r>
            <a:r>
              <a:rPr lang="en-US" dirty="0" smtClean="0">
                <a:latin typeface="Courier"/>
                <a:cs typeface="Courier"/>
              </a:rPr>
              <a:t>(…)</a:t>
            </a:r>
          </a:p>
          <a:p>
            <a:r>
              <a:rPr lang="en-US" dirty="0" smtClean="0">
                <a:latin typeface="Courier"/>
                <a:cs typeface="Courier"/>
              </a:rPr>
              <a:t>	</a:t>
            </a:r>
            <a:r>
              <a:rPr lang="en-US" dirty="0" err="1" smtClean="0">
                <a:latin typeface="Courier"/>
                <a:cs typeface="Courier"/>
              </a:rPr>
              <a:t>f</a:t>
            </a:r>
            <a:r>
              <a:rPr lang="en-US" dirty="0" smtClean="0">
                <a:latin typeface="Courier"/>
                <a:cs typeface="Courier"/>
              </a:rPr>
              <a:t>(…) = foo1(x0,y0)</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parallel</a:t>
            </a:r>
            <a:endParaRPr lang="en-US" dirty="0">
              <a:latin typeface="Courier"/>
              <a:cs typeface="Courier"/>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Courier"/>
                <a:cs typeface="Courier"/>
              </a:rPr>
              <a:t>f</a:t>
            </a:r>
            <a:r>
              <a:rPr lang="en-US" dirty="0" err="1" smtClean="0">
                <a:latin typeface="Courier"/>
                <a:cs typeface="Courier"/>
              </a:rPr>
              <a:t>irstprivate</a:t>
            </a:r>
            <a:endParaRPr lang="en-US" dirty="0">
              <a:latin typeface="Courier"/>
              <a:cs typeface="Courier"/>
            </a:endParaRPr>
          </a:p>
        </p:txBody>
      </p:sp>
      <p:sp>
        <p:nvSpPr>
          <p:cNvPr id="3" name="Content Placeholder 2"/>
          <p:cNvSpPr>
            <a:spLocks noGrp="1"/>
          </p:cNvSpPr>
          <p:nvPr>
            <p:ph idx="1"/>
          </p:nvPr>
        </p:nvSpPr>
        <p:spPr>
          <a:xfrm>
            <a:off x="457200" y="1600201"/>
            <a:ext cx="8229600" cy="1002664"/>
          </a:xfrm>
        </p:spPr>
        <p:txBody>
          <a:bodyPr>
            <a:normAutofit fontScale="70000" lnSpcReduction="20000"/>
          </a:bodyPr>
          <a:lstStyle/>
          <a:p>
            <a:r>
              <a:rPr lang="en-US" dirty="0" smtClean="0"/>
              <a:t>The </a:t>
            </a:r>
            <a:r>
              <a:rPr lang="en-US" dirty="0" err="1" smtClean="0">
                <a:latin typeface="Courier"/>
                <a:cs typeface="Courier"/>
              </a:rPr>
              <a:t>firstprivate</a:t>
            </a:r>
            <a:r>
              <a:rPr lang="en-US" dirty="0" smtClean="0">
                <a:latin typeface="Courier"/>
                <a:cs typeface="Courier"/>
              </a:rPr>
              <a:t> </a:t>
            </a:r>
            <a:r>
              <a:rPr lang="en-US" dirty="0" smtClean="0">
                <a:cs typeface="Courier"/>
              </a:rPr>
              <a:t>directive allows you to set </a:t>
            </a:r>
            <a:r>
              <a:rPr lang="en-US" dirty="0" smtClean="0">
                <a:latin typeface="Courier"/>
                <a:cs typeface="Courier"/>
              </a:rPr>
              <a:t>private </a:t>
            </a:r>
            <a:r>
              <a:rPr lang="en-US" dirty="0" smtClean="0">
                <a:cs typeface="Courier"/>
              </a:rPr>
              <a:t>variables to the value of their original prior to entry into the parallel or </a:t>
            </a:r>
            <a:r>
              <a:rPr lang="en-US" dirty="0" err="1" smtClean="0">
                <a:cs typeface="Courier"/>
              </a:rPr>
              <a:t>worksharing</a:t>
            </a:r>
            <a:r>
              <a:rPr lang="en-US" dirty="0" smtClean="0">
                <a:cs typeface="Courier"/>
              </a:rPr>
              <a:t> construct.</a:t>
            </a:r>
            <a:endParaRPr lang="en-US" dirty="0">
              <a:cs typeface="Courier"/>
            </a:endParaRPr>
          </a:p>
        </p:txBody>
      </p:sp>
      <p:sp>
        <p:nvSpPr>
          <p:cNvPr id="4" name="TextBox 3"/>
          <p:cNvSpPr txBox="1"/>
          <p:nvPr/>
        </p:nvSpPr>
        <p:spPr>
          <a:xfrm>
            <a:off x="1505056" y="3073738"/>
            <a:ext cx="6177001" cy="1477328"/>
          </a:xfrm>
          <a:prstGeom prst="rect">
            <a:avLst/>
          </a:prstGeom>
          <a:noFill/>
        </p:spPr>
        <p:txBody>
          <a:bodyPr wrap="square" rtlCol="0">
            <a:spAutoFit/>
          </a:bodyPr>
          <a:lstStyle/>
          <a:p>
            <a:r>
              <a:rPr lang="en-US" dirty="0" smtClean="0">
                <a:latin typeface="Courier"/>
                <a:cs typeface="Courier"/>
              </a:rPr>
              <a:t>A = 1</a:t>
            </a:r>
          </a:p>
          <a:p>
            <a:r>
              <a:rPr lang="en-US" dirty="0" smtClean="0">
                <a:latin typeface="Courier"/>
                <a:cs typeface="Courier"/>
              </a:rPr>
              <a:t>B = 2</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 </a:t>
            </a:r>
            <a:r>
              <a:rPr lang="en-US" dirty="0" err="1" smtClean="0">
                <a:latin typeface="Courier"/>
                <a:cs typeface="Courier"/>
              </a:rPr>
              <a:t>private(A</a:t>
            </a:r>
            <a:r>
              <a:rPr lang="en-US" dirty="0" smtClean="0">
                <a:latin typeface="Courier"/>
                <a:cs typeface="Courier"/>
              </a:rPr>
              <a:t>) </a:t>
            </a:r>
            <a:r>
              <a:rPr lang="en-US" dirty="0" err="1" smtClean="0">
                <a:latin typeface="Courier"/>
                <a:cs typeface="Courier"/>
              </a:rPr>
              <a:t>firstprivate(B</a:t>
            </a:r>
            <a:r>
              <a:rPr lang="en-US" dirty="0" smtClean="0">
                <a:latin typeface="Courier"/>
                <a:cs typeface="Courier"/>
              </a:rPr>
              <a:t>)</a:t>
            </a:r>
          </a:p>
          <a:p>
            <a:r>
              <a:rPr lang="en-US" dirty="0" smtClean="0">
                <a:latin typeface="Courier"/>
                <a:cs typeface="Courier"/>
              </a:rPr>
              <a:t>	….</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parallel</a:t>
            </a:r>
            <a:endParaRPr lang="en-US" dirty="0">
              <a:latin typeface="Courier"/>
              <a:cs typeface="Courier"/>
            </a:endParaRPr>
          </a:p>
        </p:txBody>
      </p:sp>
      <p:sp>
        <p:nvSpPr>
          <p:cNvPr id="5" name="Content Placeholder 2"/>
          <p:cNvSpPr txBox="1">
            <a:spLocks/>
          </p:cNvSpPr>
          <p:nvPr/>
        </p:nvSpPr>
        <p:spPr>
          <a:xfrm>
            <a:off x="609600" y="4908662"/>
            <a:ext cx="8229600" cy="1300582"/>
          </a:xfrm>
          <a:prstGeom prst="rect">
            <a:avLst/>
          </a:prstGeom>
        </p:spPr>
        <p:txBody>
          <a:bodyPr vert="horz" lIns="91440" tIns="45720" rIns="91440" bIns="45720" rtlCol="0">
            <a:normAutofit fontScale="70000" lnSpcReduction="20000"/>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In this example,</a:t>
            </a:r>
            <a:r>
              <a:rPr kumimoji="0" lang="en-US" sz="3200" b="0" i="0" u="none" strike="noStrike" kern="1200" cap="none" spc="0" normalizeH="0" noProof="0" dirty="0" smtClean="0">
                <a:ln>
                  <a:noFill/>
                </a:ln>
                <a:solidFill>
                  <a:schemeClr val="tx1"/>
                </a:solidFill>
                <a:effectLst/>
                <a:uLnTx/>
                <a:uFillTx/>
                <a:latin typeface="+mn-lt"/>
                <a:ea typeface="+mn-ea"/>
                <a:cs typeface="+mn-cs"/>
              </a:rPr>
              <a:t> A has an undefined value on entry </a:t>
            </a:r>
            <a:r>
              <a:rPr lang="en-US" sz="3200" dirty="0" smtClean="0"/>
              <a:t>into</a:t>
            </a:r>
            <a:r>
              <a:rPr kumimoji="0" lang="en-US" sz="3200" b="0" i="0" u="none" strike="noStrike" kern="1200" cap="none" spc="0" normalizeH="0" noProof="0" dirty="0" smtClean="0">
                <a:ln>
                  <a:noFill/>
                </a:ln>
                <a:solidFill>
                  <a:schemeClr val="tx1"/>
                </a:solidFill>
                <a:effectLst/>
                <a:uLnTx/>
                <a:uFillTx/>
                <a:latin typeface="+mn-lt"/>
                <a:ea typeface="+mn-ea"/>
                <a:cs typeface="+mn-cs"/>
              </a:rPr>
              <a:t> the parallel region while B </a:t>
            </a:r>
            <a:r>
              <a:rPr lang="en-US" sz="3200" dirty="0" smtClean="0"/>
              <a:t>has the value specified in the previous serial region.</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Courier"/>
              </a:rPr>
              <a:t>This can be costly for large data</a:t>
            </a:r>
            <a:r>
              <a:rPr kumimoji="0" lang="en-US" sz="3200" b="0" i="0" u="none" strike="noStrike" kern="1200" cap="none" spc="0" normalizeH="0" noProof="0" dirty="0" smtClean="0">
                <a:ln>
                  <a:noFill/>
                </a:ln>
                <a:solidFill>
                  <a:schemeClr val="tx1"/>
                </a:solidFill>
                <a:effectLst/>
                <a:uLnTx/>
                <a:uFillTx/>
                <a:latin typeface="+mn-lt"/>
                <a:ea typeface="+mn-ea"/>
                <a:cs typeface="Courier"/>
              </a:rPr>
              <a:t> structures.</a:t>
            </a:r>
            <a:endParaRPr kumimoji="0" lang="en-US" sz="3200" b="0" i="0" u="none" strike="noStrike" kern="1200" cap="none" spc="0" normalizeH="0" baseline="0" noProof="0" dirty="0" smtClean="0">
              <a:ln>
                <a:noFill/>
              </a:ln>
              <a:solidFill>
                <a:schemeClr val="tx1"/>
              </a:solidFill>
              <a:effectLst/>
              <a:uLnTx/>
              <a:uFillTx/>
              <a:latin typeface="+mn-lt"/>
              <a:ea typeface="+mn-ea"/>
              <a:cs typeface="Courier"/>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Courier"/>
                <a:cs typeface="Courier"/>
              </a:rPr>
              <a:t>lastprivate</a:t>
            </a:r>
            <a:endParaRPr lang="en-US" dirty="0">
              <a:latin typeface="Courier"/>
              <a:cs typeface="Courier"/>
            </a:endParaRPr>
          </a:p>
        </p:txBody>
      </p:sp>
      <p:sp>
        <p:nvSpPr>
          <p:cNvPr id="3" name="Content Placeholder 2"/>
          <p:cNvSpPr>
            <a:spLocks noGrp="1"/>
          </p:cNvSpPr>
          <p:nvPr>
            <p:ph idx="1"/>
          </p:nvPr>
        </p:nvSpPr>
        <p:spPr>
          <a:xfrm>
            <a:off x="457200" y="1600201"/>
            <a:ext cx="8229600" cy="1002664"/>
          </a:xfrm>
        </p:spPr>
        <p:txBody>
          <a:bodyPr>
            <a:normAutofit fontScale="70000" lnSpcReduction="20000"/>
          </a:bodyPr>
          <a:lstStyle/>
          <a:p>
            <a:r>
              <a:rPr lang="en-US" dirty="0" smtClean="0"/>
              <a:t>Specifies that the variable in the serial section of the code is set equal to the private version of whichever thread executes the final </a:t>
            </a:r>
            <a:r>
              <a:rPr lang="en-US" dirty="0" err="1" smtClean="0"/>
              <a:t>iteration(for</a:t>
            </a:r>
            <a:r>
              <a:rPr lang="en-US" dirty="0" smtClean="0"/>
              <a:t>/do loop) or last section (sections).</a:t>
            </a:r>
            <a:endParaRPr lang="en-US" dirty="0">
              <a:cs typeface="Courier"/>
            </a:endParaRPr>
          </a:p>
        </p:txBody>
      </p:sp>
      <p:sp>
        <p:nvSpPr>
          <p:cNvPr id="4" name="TextBox 3"/>
          <p:cNvSpPr txBox="1"/>
          <p:nvPr/>
        </p:nvSpPr>
        <p:spPr>
          <a:xfrm>
            <a:off x="1505056" y="2602865"/>
            <a:ext cx="6177001" cy="2585323"/>
          </a:xfrm>
          <a:prstGeom prst="rect">
            <a:avLst/>
          </a:prstGeom>
          <a:noFill/>
        </p:spPr>
        <p:txBody>
          <a:bodyPr wrap="square" rtlCol="0">
            <a:spAutoFit/>
          </a:bodyPr>
          <a:lstStyle/>
          <a:p>
            <a:r>
              <a:rPr lang="en-US" dirty="0" smtClean="0">
                <a:latin typeface="Courier"/>
                <a:cs typeface="Courier"/>
              </a:rPr>
              <a:t>A = 1</a:t>
            </a:r>
          </a:p>
          <a:p>
            <a:r>
              <a:rPr lang="en-US" dirty="0" smtClean="0">
                <a:latin typeface="Courier"/>
                <a:cs typeface="Courier"/>
              </a:rPr>
              <a:t>B = 2</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 </a:t>
            </a:r>
            <a:r>
              <a:rPr lang="en-US" dirty="0" err="1" smtClean="0">
                <a:latin typeface="Courier"/>
                <a:cs typeface="Courier"/>
              </a:rPr>
              <a:t>firstprivate(B</a:t>
            </a:r>
            <a:r>
              <a:rPr lang="en-US" dirty="0" smtClean="0">
                <a:latin typeface="Courier"/>
                <a:cs typeface="Courier"/>
              </a:rPr>
              <a:t>)</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do </a:t>
            </a:r>
            <a:r>
              <a:rPr lang="en-US" dirty="0" err="1" smtClean="0">
                <a:latin typeface="Courier"/>
                <a:cs typeface="Courier"/>
              </a:rPr>
              <a:t>lastprivate(A</a:t>
            </a:r>
            <a:r>
              <a:rPr lang="en-US" dirty="0" smtClean="0">
                <a:latin typeface="Courier"/>
                <a:cs typeface="Courier"/>
              </a:rPr>
              <a:t>)</a:t>
            </a:r>
          </a:p>
          <a:p>
            <a:r>
              <a:rPr lang="en-US" dirty="0">
                <a:latin typeface="Courier"/>
                <a:cs typeface="Courier"/>
              </a:rPr>
              <a:t>d</a:t>
            </a:r>
            <a:r>
              <a:rPr lang="en-US" dirty="0" smtClean="0">
                <a:latin typeface="Courier"/>
                <a:cs typeface="Courier"/>
              </a:rPr>
              <a:t>o </a:t>
            </a:r>
            <a:r>
              <a:rPr lang="en-US" dirty="0" err="1" smtClean="0">
                <a:latin typeface="Courier"/>
                <a:cs typeface="Courier"/>
              </a:rPr>
              <a:t>i</a:t>
            </a:r>
            <a:r>
              <a:rPr lang="en-US" dirty="0" smtClean="0">
                <a:latin typeface="Courier"/>
                <a:cs typeface="Courier"/>
              </a:rPr>
              <a:t> = 1, 1000</a:t>
            </a:r>
          </a:p>
          <a:p>
            <a:r>
              <a:rPr lang="en-US" dirty="0" smtClean="0">
                <a:latin typeface="Courier"/>
                <a:cs typeface="Courier"/>
              </a:rPr>
              <a:t>	A = </a:t>
            </a:r>
            <a:r>
              <a:rPr lang="en-US" dirty="0" err="1" smtClean="0">
                <a:latin typeface="Courier"/>
                <a:cs typeface="Courier"/>
              </a:rPr>
              <a:t>i</a:t>
            </a:r>
            <a:endParaRPr lang="en-US" dirty="0" smtClean="0">
              <a:latin typeface="Courier"/>
              <a:cs typeface="Courier"/>
            </a:endParaRPr>
          </a:p>
          <a:p>
            <a:r>
              <a:rPr lang="en-US" dirty="0">
                <a:latin typeface="Courier"/>
                <a:cs typeface="Courier"/>
              </a:rPr>
              <a:t>e</a:t>
            </a:r>
            <a:r>
              <a:rPr lang="en-US" dirty="0" smtClean="0">
                <a:latin typeface="Courier"/>
                <a:cs typeface="Courier"/>
              </a:rPr>
              <a:t>nd do</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do</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parallel</a:t>
            </a:r>
            <a:endParaRPr lang="en-US" dirty="0">
              <a:latin typeface="Courier"/>
              <a:cs typeface="Courier"/>
            </a:endParaRPr>
          </a:p>
        </p:txBody>
      </p:sp>
      <p:sp>
        <p:nvSpPr>
          <p:cNvPr id="5" name="Content Placeholder 2"/>
          <p:cNvSpPr txBox="1">
            <a:spLocks/>
          </p:cNvSpPr>
          <p:nvPr/>
        </p:nvSpPr>
        <p:spPr>
          <a:xfrm>
            <a:off x="609600" y="5582046"/>
            <a:ext cx="8229600" cy="774621"/>
          </a:xfrm>
          <a:prstGeom prst="rect">
            <a:avLst/>
          </a:prstGeom>
        </p:spPr>
        <p:txBody>
          <a:bodyPr vert="horz" lIns="91440" tIns="45720" rIns="91440" bIns="45720" rtlCol="0">
            <a:normAutofit fontScale="85000" lnSpcReduction="10000"/>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In this example, upon exiting the </a:t>
            </a:r>
            <a:r>
              <a:rPr lang="en-US" sz="3200" dirty="0" smtClean="0"/>
              <a:t>do loop, A=1000.  </a:t>
            </a:r>
            <a:endParaRPr kumimoji="0" lang="en-US" sz="3200" b="0" i="0" u="none" strike="noStrike" kern="1200" cap="none" spc="0" normalizeH="0" baseline="0" noProof="0" dirty="0" smtClean="0">
              <a:ln>
                <a:noFill/>
              </a:ln>
              <a:solidFill>
                <a:schemeClr val="tx1"/>
              </a:solidFill>
              <a:effectLst/>
              <a:uLnTx/>
              <a:uFillTx/>
              <a:latin typeface="+mn-lt"/>
              <a:ea typeface="+mn-ea"/>
              <a:cs typeface="Courier"/>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3381"/>
            <a:ext cx="8229600" cy="1143000"/>
          </a:xfrm>
        </p:spPr>
        <p:txBody>
          <a:bodyPr>
            <a:normAutofit fontScale="90000"/>
          </a:bodyPr>
          <a:lstStyle/>
          <a:p>
            <a:r>
              <a:rPr lang="en-US" dirty="0" smtClean="0"/>
              <a:t>Loop </a:t>
            </a:r>
            <a:r>
              <a:rPr lang="en-US" dirty="0" err="1" smtClean="0"/>
              <a:t>Worksharing</a:t>
            </a:r>
            <a:r>
              <a:rPr lang="en-US" dirty="0" smtClean="0"/>
              <a:t/>
            </a:r>
            <a:br>
              <a:rPr lang="en-US" dirty="0" smtClean="0"/>
            </a:br>
            <a:r>
              <a:rPr lang="en-US" dirty="0" smtClean="0"/>
              <a:t>(do/for)</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extBox 3"/>
          <p:cNvSpPr txBox="1"/>
          <p:nvPr/>
        </p:nvSpPr>
        <p:spPr>
          <a:xfrm>
            <a:off x="2386504" y="1432227"/>
            <a:ext cx="4671947" cy="923330"/>
          </a:xfrm>
          <a:prstGeom prst="rect">
            <a:avLst/>
          </a:prstGeom>
          <a:noFill/>
        </p:spPr>
        <p:txBody>
          <a:bodyPr wrap="square" rtlCol="0">
            <a:spAutoFit/>
          </a:bodyPr>
          <a:lstStyle/>
          <a:p>
            <a:r>
              <a:rPr lang="en-US" dirty="0" smtClean="0">
                <a:latin typeface="Courier"/>
                <a:cs typeface="Courier"/>
              </a:rPr>
              <a:t>DO I = 1, N</a:t>
            </a:r>
          </a:p>
          <a:p>
            <a:r>
              <a:rPr lang="en-US" dirty="0" smtClean="0">
                <a:latin typeface="Courier"/>
                <a:cs typeface="Courier"/>
              </a:rPr>
              <a:t>	</a:t>
            </a:r>
            <a:r>
              <a:rPr lang="en-US" dirty="0" err="1" smtClean="0">
                <a:latin typeface="Courier"/>
                <a:cs typeface="Courier"/>
              </a:rPr>
              <a:t>a(i</a:t>
            </a:r>
            <a:r>
              <a:rPr lang="en-US" dirty="0" smtClean="0">
                <a:latin typeface="Courier"/>
                <a:cs typeface="Courier"/>
              </a:rPr>
              <a:t>) = </a:t>
            </a:r>
            <a:r>
              <a:rPr lang="en-US" dirty="0" err="1" smtClean="0">
                <a:latin typeface="Courier"/>
                <a:cs typeface="Courier"/>
              </a:rPr>
              <a:t>b(i</a:t>
            </a:r>
            <a:r>
              <a:rPr lang="en-US" dirty="0" smtClean="0">
                <a:latin typeface="Courier"/>
                <a:cs typeface="Courier"/>
              </a:rPr>
              <a:t>) + </a:t>
            </a:r>
            <a:r>
              <a:rPr lang="en-US" dirty="0" err="1" smtClean="0">
                <a:latin typeface="Courier"/>
                <a:cs typeface="Courier"/>
              </a:rPr>
              <a:t>c(i</a:t>
            </a:r>
            <a:r>
              <a:rPr lang="en-US" dirty="0" smtClean="0">
                <a:latin typeface="Courier"/>
                <a:cs typeface="Courier"/>
              </a:rPr>
              <a:t>)</a:t>
            </a:r>
          </a:p>
          <a:p>
            <a:r>
              <a:rPr lang="en-US" dirty="0" smtClean="0">
                <a:latin typeface="Courier"/>
                <a:cs typeface="Courier"/>
              </a:rPr>
              <a:t>END DO</a:t>
            </a:r>
          </a:p>
        </p:txBody>
      </p:sp>
      <p:sp>
        <p:nvSpPr>
          <p:cNvPr id="6" name="Content Placeholder 2"/>
          <p:cNvSpPr txBox="1">
            <a:spLocks/>
          </p:cNvSpPr>
          <p:nvPr/>
        </p:nvSpPr>
        <p:spPr>
          <a:xfrm>
            <a:off x="609600" y="2509181"/>
            <a:ext cx="8229600" cy="860290"/>
          </a:xfrm>
          <a:prstGeom prst="rect">
            <a:avLst/>
          </a:prstGeom>
        </p:spPr>
        <p:txBody>
          <a:bodyPr vert="horz" lIns="91440" tIns="45720" rIns="91440" bIns="45720" rtlCol="0">
            <a:normAutofit fontScale="62500" lnSpcReduction="20000"/>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The OpenMP </a:t>
            </a:r>
            <a:r>
              <a:rPr lang="en-US" sz="3200" dirty="0" err="1" smtClean="0"/>
              <a:t>worksharing</a:t>
            </a:r>
            <a:r>
              <a:rPr lang="en-US" sz="3200" dirty="0" smtClean="0"/>
              <a:t> construct </a:t>
            </a:r>
            <a:r>
              <a:rPr lang="en-US" sz="3200" dirty="0" smtClean="0">
                <a:latin typeface="Courier"/>
                <a:cs typeface="Courier"/>
              </a:rPr>
              <a:t>do </a:t>
            </a:r>
            <a:r>
              <a:rPr lang="en-US" sz="3200" dirty="0" smtClean="0"/>
              <a:t>(in Fortran) or </a:t>
            </a:r>
            <a:r>
              <a:rPr lang="en-US" sz="3200" dirty="0" smtClean="0">
                <a:latin typeface="Courier"/>
                <a:cs typeface="Courier"/>
              </a:rPr>
              <a:t>for </a:t>
            </a:r>
            <a:r>
              <a:rPr lang="en-US" sz="3200" dirty="0" smtClean="0"/>
              <a:t>(in C/C++) enables the programmer to distribute the work of loops across threads.</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TextBox 8"/>
          <p:cNvSpPr txBox="1"/>
          <p:nvPr/>
        </p:nvSpPr>
        <p:spPr>
          <a:xfrm>
            <a:off x="2386504" y="3236331"/>
            <a:ext cx="4671947" cy="2031325"/>
          </a:xfrm>
          <a:prstGeom prst="rect">
            <a:avLst/>
          </a:prstGeom>
          <a:noFill/>
        </p:spPr>
        <p:txBody>
          <a:bodyPr wrap="square" rtlCol="0">
            <a:spAutoFit/>
          </a:bodyPr>
          <a:lstStyle/>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do</a:t>
            </a:r>
          </a:p>
          <a:p>
            <a:r>
              <a:rPr lang="en-US" dirty="0" smtClean="0">
                <a:latin typeface="Courier"/>
                <a:cs typeface="Courier"/>
              </a:rPr>
              <a:t>DO I = 1, N</a:t>
            </a:r>
          </a:p>
          <a:p>
            <a:r>
              <a:rPr lang="en-US" dirty="0" smtClean="0">
                <a:latin typeface="Courier"/>
                <a:cs typeface="Courier"/>
              </a:rPr>
              <a:t>	</a:t>
            </a:r>
            <a:r>
              <a:rPr lang="en-US" dirty="0" err="1" smtClean="0">
                <a:latin typeface="Courier"/>
                <a:cs typeface="Courier"/>
              </a:rPr>
              <a:t>a(i</a:t>
            </a:r>
            <a:r>
              <a:rPr lang="en-US" dirty="0" smtClean="0">
                <a:latin typeface="Courier"/>
                <a:cs typeface="Courier"/>
              </a:rPr>
              <a:t>) = </a:t>
            </a:r>
            <a:r>
              <a:rPr lang="en-US" dirty="0" err="1" smtClean="0">
                <a:latin typeface="Courier"/>
                <a:cs typeface="Courier"/>
              </a:rPr>
              <a:t>b(i</a:t>
            </a:r>
            <a:r>
              <a:rPr lang="en-US" dirty="0" smtClean="0">
                <a:latin typeface="Courier"/>
                <a:cs typeface="Courier"/>
              </a:rPr>
              <a:t>) + </a:t>
            </a:r>
            <a:r>
              <a:rPr lang="en-US" dirty="0" err="1" smtClean="0">
                <a:latin typeface="Courier"/>
                <a:cs typeface="Courier"/>
              </a:rPr>
              <a:t>c(i</a:t>
            </a:r>
            <a:r>
              <a:rPr lang="en-US" dirty="0" smtClean="0">
                <a:latin typeface="Courier"/>
                <a:cs typeface="Courier"/>
              </a:rPr>
              <a:t>)</a:t>
            </a:r>
          </a:p>
          <a:p>
            <a:r>
              <a:rPr lang="en-US" dirty="0" smtClean="0">
                <a:latin typeface="Courier"/>
                <a:cs typeface="Courier"/>
              </a:rPr>
              <a:t>END DO</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do [</a:t>
            </a:r>
            <a:r>
              <a:rPr lang="en-US" dirty="0" err="1" smtClean="0">
                <a:latin typeface="Courier"/>
                <a:cs typeface="Courier"/>
              </a:rPr>
              <a:t>nowait</a:t>
            </a:r>
            <a:r>
              <a:rPr lang="en-US" dirty="0" smtClean="0">
                <a:latin typeface="Courier"/>
                <a:cs typeface="Courier"/>
              </a:rPr>
              <a:t>]</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parallel</a:t>
            </a:r>
          </a:p>
        </p:txBody>
      </p:sp>
      <p:sp>
        <p:nvSpPr>
          <p:cNvPr id="11" name="Content Placeholder 2"/>
          <p:cNvSpPr txBox="1">
            <a:spLocks/>
          </p:cNvSpPr>
          <p:nvPr/>
        </p:nvSpPr>
        <p:spPr>
          <a:xfrm>
            <a:off x="762000" y="5574902"/>
            <a:ext cx="8229600" cy="1061624"/>
          </a:xfrm>
          <a:prstGeom prst="rect">
            <a:avLst/>
          </a:prstGeom>
        </p:spPr>
        <p:txBody>
          <a:bodyPr vert="horz" lIns="91440" tIns="45720" rIns="91440" bIns="45720" rtlCol="0">
            <a:normAutofit fontScale="70000" lnSpcReduction="20000"/>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In this example, OpenMP determines, by default, </a:t>
            </a:r>
            <a:r>
              <a:rPr kumimoji="0" lang="en-US" sz="3200" b="0" i="0" u="none" strike="noStrike" kern="1200" cap="none" spc="0" normalizeH="0" noProof="0" dirty="0" smtClean="0">
                <a:ln>
                  <a:noFill/>
                </a:ln>
                <a:solidFill>
                  <a:schemeClr val="tx1"/>
                </a:solidFill>
                <a:effectLst/>
                <a:uLnTx/>
                <a:uFillTx/>
                <a:latin typeface="+mn-lt"/>
                <a:ea typeface="+mn-ea"/>
                <a:cs typeface="+mn-cs"/>
              </a:rPr>
              <a:t> the </a:t>
            </a:r>
            <a:r>
              <a:rPr lang="en-US" sz="3200" dirty="0" smtClean="0"/>
              <a:t>amount of work to give to each thread by dividing N by the number of threads. We will see later how to change this behavior.</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5" name="Content Placeholder 2"/>
          <p:cNvSpPr txBox="1">
            <a:spLocks/>
          </p:cNvSpPr>
          <p:nvPr/>
        </p:nvSpPr>
        <p:spPr>
          <a:xfrm>
            <a:off x="762000" y="545320"/>
            <a:ext cx="8229600" cy="581251"/>
          </a:xfrm>
          <a:prstGeom prst="rect">
            <a:avLst/>
          </a:prstGeom>
        </p:spPr>
        <p:txBody>
          <a:bodyPr vert="horz" lIns="91440" tIns="45720" rIns="91440" bIns="45720" rtlCol="0">
            <a:normAutofit/>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Motivating</a:t>
            </a:r>
            <a:r>
              <a:rPr kumimoji="0" lang="en-US" sz="3200" b="0" i="0" u="none" strike="noStrike" kern="1200" cap="none" spc="0" normalizeH="0" noProof="0" dirty="0" smtClean="0">
                <a:ln>
                  <a:noFill/>
                </a:ln>
                <a:solidFill>
                  <a:schemeClr val="tx1"/>
                </a:solidFill>
                <a:effectLst/>
                <a:uLnTx/>
                <a:uFillTx/>
                <a:latin typeface="+mn-lt"/>
                <a:ea typeface="+mn-ea"/>
                <a:cs typeface="+mn-cs"/>
              </a:rPr>
              <a:t> example</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Loop </a:t>
            </a:r>
            <a:r>
              <a:rPr lang="en-US" dirty="0" err="1" smtClean="0"/>
              <a:t>worksharing</a:t>
            </a:r>
            <a:endParaRPr lang="en-US" dirty="0"/>
          </a:p>
        </p:txBody>
      </p:sp>
      <p:sp>
        <p:nvSpPr>
          <p:cNvPr id="3" name="Content Placeholder 2"/>
          <p:cNvSpPr>
            <a:spLocks noGrp="1"/>
          </p:cNvSpPr>
          <p:nvPr>
            <p:ph idx="1"/>
          </p:nvPr>
        </p:nvSpPr>
        <p:spPr>
          <a:xfrm>
            <a:off x="457200" y="1600201"/>
            <a:ext cx="8229600" cy="601733"/>
          </a:xfrm>
        </p:spPr>
        <p:txBody>
          <a:bodyPr>
            <a:normAutofit fontScale="85000" lnSpcReduction="10000"/>
          </a:bodyPr>
          <a:lstStyle/>
          <a:p>
            <a:r>
              <a:rPr lang="en-US" dirty="0" smtClean="0"/>
              <a:t>For convenience, the two statements can be combined</a:t>
            </a:r>
            <a:endParaRPr lang="en-US" dirty="0"/>
          </a:p>
        </p:txBody>
      </p:sp>
      <p:sp>
        <p:nvSpPr>
          <p:cNvPr id="4" name="TextBox 3"/>
          <p:cNvSpPr txBox="1"/>
          <p:nvPr/>
        </p:nvSpPr>
        <p:spPr>
          <a:xfrm>
            <a:off x="2386504" y="2201934"/>
            <a:ext cx="4671947" cy="1477328"/>
          </a:xfrm>
          <a:prstGeom prst="rect">
            <a:avLst/>
          </a:prstGeom>
          <a:noFill/>
        </p:spPr>
        <p:txBody>
          <a:bodyPr wrap="square" rtlCol="0">
            <a:spAutoFit/>
          </a:bodyPr>
          <a:lstStyle/>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 do</a:t>
            </a:r>
          </a:p>
          <a:p>
            <a:r>
              <a:rPr lang="en-US" dirty="0" smtClean="0">
                <a:latin typeface="Courier"/>
                <a:cs typeface="Courier"/>
              </a:rPr>
              <a:t>DO I = 1, N</a:t>
            </a:r>
          </a:p>
          <a:p>
            <a:r>
              <a:rPr lang="en-US" dirty="0" smtClean="0">
                <a:latin typeface="Courier"/>
                <a:cs typeface="Courier"/>
              </a:rPr>
              <a:t>	</a:t>
            </a:r>
            <a:r>
              <a:rPr lang="en-US" dirty="0" err="1" smtClean="0">
                <a:latin typeface="Courier"/>
                <a:cs typeface="Courier"/>
              </a:rPr>
              <a:t>a(i</a:t>
            </a:r>
            <a:r>
              <a:rPr lang="en-US" dirty="0" smtClean="0">
                <a:latin typeface="Courier"/>
                <a:cs typeface="Courier"/>
              </a:rPr>
              <a:t>) = </a:t>
            </a:r>
            <a:r>
              <a:rPr lang="en-US" dirty="0" err="1" smtClean="0">
                <a:latin typeface="Courier"/>
                <a:cs typeface="Courier"/>
              </a:rPr>
              <a:t>b(i</a:t>
            </a:r>
            <a:r>
              <a:rPr lang="en-US" dirty="0" smtClean="0">
                <a:latin typeface="Courier"/>
                <a:cs typeface="Courier"/>
              </a:rPr>
              <a:t>) + </a:t>
            </a:r>
            <a:r>
              <a:rPr lang="en-US" dirty="0" err="1" smtClean="0">
                <a:latin typeface="Courier"/>
                <a:cs typeface="Courier"/>
              </a:rPr>
              <a:t>c(i</a:t>
            </a:r>
            <a:r>
              <a:rPr lang="en-US" dirty="0" smtClean="0">
                <a:latin typeface="Courier"/>
                <a:cs typeface="Courier"/>
              </a:rPr>
              <a:t>)</a:t>
            </a:r>
          </a:p>
          <a:p>
            <a:r>
              <a:rPr lang="en-US" dirty="0" smtClean="0">
                <a:latin typeface="Courier"/>
                <a:cs typeface="Courier"/>
              </a:rPr>
              <a:t>END DO</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parallel do</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Reductions</a:t>
            </a:r>
            <a:endParaRPr lang="en-US" dirty="0"/>
          </a:p>
        </p:txBody>
      </p:sp>
      <p:sp>
        <p:nvSpPr>
          <p:cNvPr id="3" name="Content Placeholder 2"/>
          <p:cNvSpPr>
            <a:spLocks noGrp="1"/>
          </p:cNvSpPr>
          <p:nvPr>
            <p:ph idx="1"/>
          </p:nvPr>
        </p:nvSpPr>
        <p:spPr>
          <a:xfrm>
            <a:off x="457200" y="1600200"/>
            <a:ext cx="8229600" cy="1216227"/>
          </a:xfrm>
        </p:spPr>
        <p:txBody>
          <a:bodyPr/>
          <a:lstStyle/>
          <a:p>
            <a:r>
              <a:rPr lang="en-US" dirty="0" smtClean="0"/>
              <a:t>Very often, a programmer needs to compute a variable that is the sum of other data, e.g.</a:t>
            </a:r>
            <a:endParaRPr lang="en-US" dirty="0"/>
          </a:p>
        </p:txBody>
      </p:sp>
      <p:sp>
        <p:nvSpPr>
          <p:cNvPr id="4" name="TextBox 3"/>
          <p:cNvSpPr txBox="1"/>
          <p:nvPr/>
        </p:nvSpPr>
        <p:spPr>
          <a:xfrm>
            <a:off x="2386504" y="2816426"/>
            <a:ext cx="4671947" cy="1754327"/>
          </a:xfrm>
          <a:prstGeom prst="rect">
            <a:avLst/>
          </a:prstGeom>
          <a:noFill/>
        </p:spPr>
        <p:txBody>
          <a:bodyPr wrap="square" rtlCol="0">
            <a:spAutoFit/>
          </a:bodyPr>
          <a:lstStyle/>
          <a:p>
            <a:r>
              <a:rPr lang="en-US" dirty="0" smtClean="0">
                <a:latin typeface="Courier"/>
                <a:cs typeface="Courier"/>
              </a:rPr>
              <a:t>Real :: </a:t>
            </a:r>
            <a:r>
              <a:rPr lang="en-US" dirty="0" err="1" smtClean="0">
                <a:latin typeface="Courier"/>
                <a:cs typeface="Courier"/>
              </a:rPr>
              <a:t>x(N</a:t>
            </a:r>
            <a:r>
              <a:rPr lang="en-US" dirty="0" smtClean="0">
                <a:latin typeface="Courier"/>
                <a:cs typeface="Courier"/>
              </a:rPr>
              <a:t>), </a:t>
            </a:r>
            <a:r>
              <a:rPr lang="en-US" dirty="0" err="1" smtClean="0">
                <a:latin typeface="Courier"/>
                <a:cs typeface="Courier"/>
              </a:rPr>
              <a:t>avg</a:t>
            </a:r>
            <a:endParaRPr lang="en-US" dirty="0" smtClean="0">
              <a:latin typeface="Courier"/>
              <a:cs typeface="Courier"/>
            </a:endParaRPr>
          </a:p>
          <a:p>
            <a:r>
              <a:rPr lang="en-US" dirty="0" err="1" smtClean="0">
                <a:latin typeface="Courier"/>
                <a:cs typeface="Courier"/>
              </a:rPr>
              <a:t>Avg</a:t>
            </a:r>
            <a:r>
              <a:rPr lang="en-US" dirty="0" smtClean="0">
                <a:latin typeface="Courier"/>
                <a:cs typeface="Courier"/>
              </a:rPr>
              <a:t> = 0.0</a:t>
            </a:r>
          </a:p>
          <a:p>
            <a:r>
              <a:rPr lang="en-US" dirty="0" smtClean="0">
                <a:latin typeface="Courier"/>
                <a:cs typeface="Courier"/>
              </a:rPr>
              <a:t>DO I = 1, N</a:t>
            </a:r>
          </a:p>
          <a:p>
            <a:r>
              <a:rPr lang="en-US" dirty="0" smtClean="0">
                <a:latin typeface="Courier"/>
                <a:cs typeface="Courier"/>
              </a:rPr>
              <a:t>	</a:t>
            </a:r>
            <a:r>
              <a:rPr lang="en-US" dirty="0" err="1" smtClean="0">
                <a:latin typeface="Courier"/>
                <a:cs typeface="Courier"/>
              </a:rPr>
              <a:t>avg</a:t>
            </a:r>
            <a:r>
              <a:rPr lang="en-US" dirty="0" smtClean="0">
                <a:latin typeface="Courier"/>
                <a:cs typeface="Courier"/>
              </a:rPr>
              <a:t> = </a:t>
            </a:r>
            <a:r>
              <a:rPr lang="en-US" dirty="0" err="1" smtClean="0">
                <a:latin typeface="Courier"/>
                <a:cs typeface="Courier"/>
              </a:rPr>
              <a:t>avg</a:t>
            </a:r>
            <a:r>
              <a:rPr lang="en-US" dirty="0" smtClean="0">
                <a:latin typeface="Courier"/>
                <a:cs typeface="Courier"/>
              </a:rPr>
              <a:t> + </a:t>
            </a:r>
            <a:r>
              <a:rPr lang="en-US" dirty="0" err="1" smtClean="0">
                <a:latin typeface="Courier"/>
                <a:cs typeface="Courier"/>
              </a:rPr>
              <a:t>x(i</a:t>
            </a:r>
            <a:r>
              <a:rPr lang="en-US" dirty="0" smtClean="0">
                <a:latin typeface="Courier"/>
                <a:cs typeface="Courier"/>
              </a:rPr>
              <a:t>)</a:t>
            </a:r>
          </a:p>
          <a:p>
            <a:r>
              <a:rPr lang="en-US" dirty="0" smtClean="0">
                <a:latin typeface="Courier"/>
                <a:cs typeface="Courier"/>
              </a:rPr>
              <a:t>END DO</a:t>
            </a:r>
          </a:p>
          <a:p>
            <a:r>
              <a:rPr lang="en-US" dirty="0" err="1" smtClean="0">
                <a:latin typeface="Courier"/>
                <a:cs typeface="Courier"/>
              </a:rPr>
              <a:t>Avg</a:t>
            </a:r>
            <a:r>
              <a:rPr lang="en-US" dirty="0" smtClean="0">
                <a:latin typeface="Courier"/>
                <a:cs typeface="Courier"/>
              </a:rPr>
              <a:t> = </a:t>
            </a:r>
            <a:r>
              <a:rPr lang="en-US" dirty="0" err="1" smtClean="0">
                <a:latin typeface="Courier"/>
                <a:cs typeface="Courier"/>
              </a:rPr>
              <a:t>avg</a:t>
            </a:r>
            <a:r>
              <a:rPr lang="en-US" dirty="0" smtClean="0">
                <a:latin typeface="Courier"/>
                <a:cs typeface="Courier"/>
              </a:rPr>
              <a:t> / FLOAT(N)</a:t>
            </a:r>
          </a:p>
        </p:txBody>
      </p:sp>
      <p:sp>
        <p:nvSpPr>
          <p:cNvPr id="5" name="Content Placeholder 2"/>
          <p:cNvSpPr txBox="1">
            <a:spLocks/>
          </p:cNvSpPr>
          <p:nvPr/>
        </p:nvSpPr>
        <p:spPr>
          <a:xfrm>
            <a:off x="609600" y="4754598"/>
            <a:ext cx="8229600" cy="1216227"/>
          </a:xfrm>
          <a:prstGeom prst="rect">
            <a:avLst/>
          </a:prstGeom>
        </p:spPr>
        <p:txBody>
          <a:bodyPr vert="horz" lIns="91440" tIns="45720" rIns="91440" bIns="45720" rtlCol="0">
            <a:normAutofit fontScale="92500" lnSpcReduction="20000"/>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This operation is called</a:t>
            </a:r>
            <a:r>
              <a:rPr kumimoji="0" lang="en-US" sz="3200" b="0" i="0" u="none" strike="noStrike" kern="1200" cap="none" spc="0" normalizeH="0" noProof="0" dirty="0" smtClean="0">
                <a:ln>
                  <a:noFill/>
                </a:ln>
                <a:solidFill>
                  <a:schemeClr val="tx1"/>
                </a:solidFill>
                <a:effectLst/>
                <a:uLnTx/>
                <a:uFillTx/>
                <a:latin typeface="+mn-lt"/>
                <a:ea typeface="+mn-ea"/>
                <a:cs typeface="+mn-cs"/>
              </a:rPr>
              <a:t> a reduction and there is support in OpenMP for parallelizing this </a:t>
            </a:r>
            <a:r>
              <a:rPr lang="en-US" sz="3200" dirty="0" smtClean="0"/>
              <a:t>sort of thing rather trivially.</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urier"/>
                <a:cs typeface="Courier"/>
              </a:rPr>
              <a:t>r</a:t>
            </a:r>
            <a:r>
              <a:rPr lang="en-US" dirty="0" smtClean="0">
                <a:latin typeface="Courier"/>
                <a:cs typeface="Courier"/>
              </a:rPr>
              <a:t>eduction </a:t>
            </a:r>
            <a:r>
              <a:rPr lang="en-US" dirty="0" smtClean="0"/>
              <a:t>directive</a:t>
            </a:r>
            <a:endParaRPr lang="en-US" dirty="0"/>
          </a:p>
        </p:txBody>
      </p:sp>
      <p:sp>
        <p:nvSpPr>
          <p:cNvPr id="3" name="Content Placeholder 2"/>
          <p:cNvSpPr>
            <a:spLocks noGrp="1"/>
          </p:cNvSpPr>
          <p:nvPr>
            <p:ph idx="1"/>
          </p:nvPr>
        </p:nvSpPr>
        <p:spPr>
          <a:xfrm>
            <a:off x="457200" y="3645993"/>
            <a:ext cx="8229600" cy="1495267"/>
          </a:xfrm>
        </p:spPr>
        <p:txBody>
          <a:bodyPr>
            <a:normAutofit/>
          </a:bodyPr>
          <a:lstStyle/>
          <a:p>
            <a:r>
              <a:rPr lang="en-US" sz="2400" dirty="0" smtClean="0"/>
              <a:t>In this example, the </a:t>
            </a:r>
            <a:r>
              <a:rPr lang="en-US" sz="2400" dirty="0" err="1" smtClean="0">
                <a:latin typeface="Courier"/>
                <a:cs typeface="Courier"/>
              </a:rPr>
              <a:t>avg</a:t>
            </a:r>
            <a:r>
              <a:rPr lang="en-US" sz="2400" dirty="0" smtClean="0">
                <a:latin typeface="Courier"/>
                <a:cs typeface="Courier"/>
              </a:rPr>
              <a:t> </a:t>
            </a:r>
            <a:r>
              <a:rPr lang="en-US" sz="2400" dirty="0" smtClean="0"/>
              <a:t>variable is automatically declared </a:t>
            </a:r>
            <a:r>
              <a:rPr lang="en-US" sz="2400" dirty="0" smtClean="0">
                <a:latin typeface="Courier"/>
                <a:cs typeface="Courier"/>
              </a:rPr>
              <a:t>private </a:t>
            </a:r>
            <a:r>
              <a:rPr lang="en-US" sz="2400" dirty="0" smtClean="0"/>
              <a:t>and initialized to zero.</a:t>
            </a:r>
          </a:p>
          <a:p>
            <a:r>
              <a:rPr lang="en-US" sz="2400" dirty="0" smtClean="0"/>
              <a:t>The general form of the reduction directive is</a:t>
            </a:r>
          </a:p>
          <a:p>
            <a:pPr>
              <a:buNone/>
            </a:pPr>
            <a:endParaRPr lang="en-US" dirty="0" smtClean="0"/>
          </a:p>
        </p:txBody>
      </p:sp>
      <p:sp>
        <p:nvSpPr>
          <p:cNvPr id="5" name="TextBox 4"/>
          <p:cNvSpPr txBox="1"/>
          <p:nvPr/>
        </p:nvSpPr>
        <p:spPr>
          <a:xfrm>
            <a:off x="1229101" y="1417638"/>
            <a:ext cx="6688359" cy="1754327"/>
          </a:xfrm>
          <a:prstGeom prst="rect">
            <a:avLst/>
          </a:prstGeom>
          <a:noFill/>
        </p:spPr>
        <p:txBody>
          <a:bodyPr wrap="square" rtlCol="0">
            <a:spAutoFit/>
          </a:bodyPr>
          <a:lstStyle/>
          <a:p>
            <a:r>
              <a:rPr lang="en-US" dirty="0" smtClean="0">
                <a:latin typeface="Courier"/>
                <a:cs typeface="Courier"/>
              </a:rPr>
              <a:t>Real :: </a:t>
            </a:r>
            <a:r>
              <a:rPr lang="en-US" dirty="0" err="1" smtClean="0">
                <a:latin typeface="Courier"/>
                <a:cs typeface="Courier"/>
              </a:rPr>
              <a:t>x(N</a:t>
            </a:r>
            <a:r>
              <a:rPr lang="en-US" dirty="0" smtClean="0">
                <a:latin typeface="Courier"/>
                <a:cs typeface="Courier"/>
              </a:rPr>
              <a:t>), </a:t>
            </a:r>
            <a:r>
              <a:rPr lang="en-US" dirty="0" err="1" smtClean="0">
                <a:latin typeface="Courier"/>
                <a:cs typeface="Courier"/>
              </a:rPr>
              <a:t>avg</a:t>
            </a:r>
            <a:endParaRPr lang="en-US" dirty="0" smtClean="0">
              <a:latin typeface="Courier"/>
              <a:cs typeface="Courier"/>
            </a:endParaRP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 do </a:t>
            </a:r>
            <a:r>
              <a:rPr lang="en-US" dirty="0" err="1" smtClean="0">
                <a:latin typeface="Courier"/>
                <a:cs typeface="Courier"/>
              </a:rPr>
              <a:t>reduction(+:avg</a:t>
            </a:r>
            <a:r>
              <a:rPr lang="en-US" dirty="0" smtClean="0">
                <a:latin typeface="Courier"/>
                <a:cs typeface="Courier"/>
              </a:rPr>
              <a:t>)</a:t>
            </a:r>
          </a:p>
          <a:p>
            <a:r>
              <a:rPr lang="en-US" dirty="0" smtClean="0">
                <a:latin typeface="Courier"/>
                <a:cs typeface="Courier"/>
              </a:rPr>
              <a:t>DO I = 1, N</a:t>
            </a:r>
          </a:p>
          <a:p>
            <a:r>
              <a:rPr lang="en-US" dirty="0" smtClean="0">
                <a:latin typeface="Courier"/>
                <a:cs typeface="Courier"/>
              </a:rPr>
              <a:t>	</a:t>
            </a:r>
            <a:r>
              <a:rPr lang="en-US" dirty="0" err="1" smtClean="0">
                <a:latin typeface="Courier"/>
                <a:cs typeface="Courier"/>
              </a:rPr>
              <a:t>avg</a:t>
            </a:r>
            <a:r>
              <a:rPr lang="en-US" dirty="0" smtClean="0">
                <a:latin typeface="Courier"/>
                <a:cs typeface="Courier"/>
              </a:rPr>
              <a:t> = </a:t>
            </a:r>
            <a:r>
              <a:rPr lang="en-US" dirty="0" err="1" smtClean="0">
                <a:latin typeface="Courier"/>
                <a:cs typeface="Courier"/>
              </a:rPr>
              <a:t>avg</a:t>
            </a:r>
            <a:r>
              <a:rPr lang="en-US" dirty="0" smtClean="0">
                <a:latin typeface="Courier"/>
                <a:cs typeface="Courier"/>
              </a:rPr>
              <a:t> + </a:t>
            </a:r>
            <a:r>
              <a:rPr lang="en-US" dirty="0" err="1" smtClean="0">
                <a:latin typeface="Courier"/>
                <a:cs typeface="Courier"/>
              </a:rPr>
              <a:t>x(i</a:t>
            </a:r>
            <a:r>
              <a:rPr lang="en-US" dirty="0" smtClean="0">
                <a:latin typeface="Courier"/>
                <a:cs typeface="Courier"/>
              </a:rPr>
              <a:t>)</a:t>
            </a:r>
          </a:p>
          <a:p>
            <a:r>
              <a:rPr lang="en-US" dirty="0" smtClean="0">
                <a:latin typeface="Courier"/>
                <a:cs typeface="Courier"/>
              </a:rPr>
              <a:t>END DO</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parallel do</a:t>
            </a:r>
          </a:p>
        </p:txBody>
      </p:sp>
      <p:sp>
        <p:nvSpPr>
          <p:cNvPr id="6" name="TextBox 5"/>
          <p:cNvSpPr txBox="1"/>
          <p:nvPr/>
        </p:nvSpPr>
        <p:spPr>
          <a:xfrm>
            <a:off x="2257582" y="5417781"/>
            <a:ext cx="4671947" cy="369332"/>
          </a:xfrm>
          <a:prstGeom prst="rect">
            <a:avLst/>
          </a:prstGeom>
          <a:noFill/>
        </p:spPr>
        <p:txBody>
          <a:bodyPr wrap="square" rtlCol="0">
            <a:spAutoFit/>
          </a:bodyPr>
          <a:lstStyle/>
          <a:p>
            <a:r>
              <a:rPr lang="en-US" dirty="0" err="1">
                <a:latin typeface="Courier"/>
                <a:cs typeface="Courier"/>
              </a:rPr>
              <a:t>r</a:t>
            </a:r>
            <a:r>
              <a:rPr lang="en-US" dirty="0" err="1" smtClean="0">
                <a:latin typeface="Courier"/>
                <a:cs typeface="Courier"/>
              </a:rPr>
              <a:t>eduction(operator:variable</a:t>
            </a:r>
            <a:r>
              <a:rPr lang="en-US" dirty="0" smtClean="0">
                <a:latin typeface="Courier"/>
                <a:cs typeface="Courier"/>
              </a:rPr>
              <a:t>)</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Reductions</a:t>
            </a:r>
            <a:endParaRPr lang="en-US" dirty="0"/>
          </a:p>
        </p:txBody>
      </p:sp>
      <p:sp>
        <p:nvSpPr>
          <p:cNvPr id="3" name="Content Placeholder 2"/>
          <p:cNvSpPr>
            <a:spLocks noGrp="1"/>
          </p:cNvSpPr>
          <p:nvPr>
            <p:ph idx="1"/>
          </p:nvPr>
        </p:nvSpPr>
        <p:spPr>
          <a:xfrm>
            <a:off x="457200" y="1191796"/>
            <a:ext cx="8229600" cy="620959"/>
          </a:xfrm>
        </p:spPr>
        <p:txBody>
          <a:bodyPr>
            <a:normAutofit fontScale="62500" lnSpcReduction="20000"/>
          </a:bodyPr>
          <a:lstStyle/>
          <a:p>
            <a:r>
              <a:rPr lang="en-US" dirty="0" smtClean="0"/>
              <a:t>Some of the most common reduction operators and initial values are as follows</a:t>
            </a:r>
            <a:endParaRPr lang="en-US" dirty="0"/>
          </a:p>
        </p:txBody>
      </p:sp>
      <p:graphicFrame>
        <p:nvGraphicFramePr>
          <p:cNvPr id="4" name="Table 3"/>
          <p:cNvGraphicFramePr>
            <a:graphicFrameLocks noGrp="1"/>
          </p:cNvGraphicFramePr>
          <p:nvPr/>
        </p:nvGraphicFramePr>
        <p:xfrm>
          <a:off x="919692" y="1976620"/>
          <a:ext cx="3033918" cy="1291024"/>
        </p:xfrm>
        <a:graphic>
          <a:graphicData uri="http://schemas.openxmlformats.org/drawingml/2006/table">
            <a:tbl>
              <a:tblPr firstRow="1" bandRow="1">
                <a:tableStyleId>{2D5ABB26-0587-4C30-8999-92F81FD0307C}</a:tableStyleId>
              </a:tblPr>
              <a:tblGrid>
                <a:gridCol w="1516959"/>
                <a:gridCol w="1516959"/>
              </a:tblGrid>
              <a:tr h="320048">
                <a:tc>
                  <a:txBody>
                    <a:bodyPr/>
                    <a:lstStyle/>
                    <a:p>
                      <a:r>
                        <a:rPr lang="en-US" sz="1600" dirty="0" smtClean="0"/>
                        <a:t>Operator</a:t>
                      </a:r>
                      <a:endParaRPr lang="en-US" sz="1600" dirty="0"/>
                    </a:p>
                  </a:txBody>
                  <a:tcPr marL="78916" marR="78916" marT="39458" marB="39458">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1600" dirty="0" smtClean="0"/>
                        <a:t>Initial value</a:t>
                      </a:r>
                      <a:endParaRPr lang="en-US" sz="1600" dirty="0"/>
                    </a:p>
                  </a:txBody>
                  <a:tcPr marL="78916" marR="78916" marT="39458" marB="39458">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r>
              <a:tr h="320048">
                <a:tc>
                  <a:txBody>
                    <a:bodyPr/>
                    <a:lstStyle/>
                    <a:p>
                      <a:r>
                        <a:rPr lang="en-US" sz="1600" dirty="0" smtClean="0"/>
                        <a:t>+</a:t>
                      </a:r>
                      <a:endParaRPr lang="en-US" sz="1600" dirty="0"/>
                    </a:p>
                  </a:txBody>
                  <a:tcPr marL="78916" marR="78916" marT="39458" marB="39458">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1600" dirty="0" smtClean="0"/>
                        <a:t>0</a:t>
                      </a:r>
                      <a:endParaRPr lang="en-US" sz="1600" dirty="0"/>
                    </a:p>
                  </a:txBody>
                  <a:tcPr marL="78916" marR="78916" marT="39458" marB="39458">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r>
              <a:tr h="320048">
                <a:tc>
                  <a:txBody>
                    <a:bodyPr/>
                    <a:lstStyle/>
                    <a:p>
                      <a:r>
                        <a:rPr lang="en-US" sz="1600" dirty="0" smtClean="0"/>
                        <a:t>*</a:t>
                      </a:r>
                      <a:endParaRPr lang="en-US" sz="1600" dirty="0"/>
                    </a:p>
                  </a:txBody>
                  <a:tcPr marL="78916" marR="78916" marT="39458" marB="39458">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1600" dirty="0" smtClean="0"/>
                        <a:t>1</a:t>
                      </a:r>
                      <a:endParaRPr lang="en-US" sz="1600" dirty="0"/>
                    </a:p>
                  </a:txBody>
                  <a:tcPr marL="78916" marR="78916" marT="39458" marB="39458">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r>
              <a:tr h="320048">
                <a:tc>
                  <a:txBody>
                    <a:bodyPr/>
                    <a:lstStyle/>
                    <a:p>
                      <a:r>
                        <a:rPr lang="en-US" sz="1600" dirty="0" smtClean="0"/>
                        <a:t>-</a:t>
                      </a:r>
                      <a:endParaRPr lang="en-US" sz="1600" dirty="0"/>
                    </a:p>
                  </a:txBody>
                  <a:tcPr marL="78916" marR="78916" marT="39458" marB="39458">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1600" dirty="0" smtClean="0"/>
                        <a:t>0</a:t>
                      </a:r>
                      <a:endParaRPr lang="en-US" sz="1600" dirty="0"/>
                    </a:p>
                  </a:txBody>
                  <a:tcPr marL="78916" marR="78916" marT="39458" marB="39458">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r>
            </a:tbl>
          </a:graphicData>
        </a:graphic>
      </p:graphicFrame>
      <p:graphicFrame>
        <p:nvGraphicFramePr>
          <p:cNvPr id="5" name="Table 4"/>
          <p:cNvGraphicFramePr>
            <a:graphicFrameLocks noGrp="1"/>
          </p:cNvGraphicFramePr>
          <p:nvPr/>
        </p:nvGraphicFramePr>
        <p:xfrm>
          <a:off x="905610" y="4168312"/>
          <a:ext cx="3048000" cy="2219960"/>
        </p:xfrm>
        <a:graphic>
          <a:graphicData uri="http://schemas.openxmlformats.org/drawingml/2006/table">
            <a:tbl>
              <a:tblPr firstRow="1" bandRow="1">
                <a:tableStyleId>{2D5ABB26-0587-4C30-8999-92F81FD0307C}</a:tableStyleId>
              </a:tblPr>
              <a:tblGrid>
                <a:gridCol w="1524000"/>
                <a:gridCol w="1524000"/>
              </a:tblGrid>
              <a:tr h="316162">
                <a:tc>
                  <a:txBody>
                    <a:bodyPr/>
                    <a:lstStyle/>
                    <a:p>
                      <a:r>
                        <a:rPr lang="en-US" dirty="0" smtClean="0"/>
                        <a:t>Operator</a:t>
                      </a:r>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dirty="0" smtClean="0"/>
                        <a:t>Initial value</a:t>
                      </a:r>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r>
              <a:tr h="370840">
                <a:tc>
                  <a:txBody>
                    <a:bodyPr/>
                    <a:lstStyle/>
                    <a:p>
                      <a:r>
                        <a:rPr lang="en-US" dirty="0" smtClean="0"/>
                        <a:t>&amp;</a:t>
                      </a:r>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dirty="0" smtClean="0"/>
                        <a:t>~0</a:t>
                      </a:r>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r>
              <a:tr h="370840">
                <a:tc>
                  <a:txBody>
                    <a:bodyPr/>
                    <a:lstStyle/>
                    <a:p>
                      <a:r>
                        <a:rPr lang="en-US" dirty="0" smtClean="0"/>
                        <a:t>|</a:t>
                      </a:r>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dirty="0" smtClean="0"/>
                        <a:t>0</a:t>
                      </a:r>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r>
              <a:tr h="370840">
                <a:tc>
                  <a:txBody>
                    <a:bodyPr/>
                    <a:lstStyle/>
                    <a:p>
                      <a:r>
                        <a:rPr lang="en-US" dirty="0" smtClean="0"/>
                        <a:t>^</a:t>
                      </a:r>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dirty="0" smtClean="0"/>
                        <a:t>0</a:t>
                      </a:r>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r>
              <a:tr h="370840">
                <a:tc>
                  <a:txBody>
                    <a:bodyPr/>
                    <a:lstStyle/>
                    <a:p>
                      <a:r>
                        <a:rPr lang="en-US" dirty="0" smtClean="0"/>
                        <a:t>&amp;&amp;</a:t>
                      </a:r>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dirty="0" smtClean="0"/>
                        <a:t>1</a:t>
                      </a:r>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r>
              <a:tr h="370840">
                <a:tc>
                  <a:txBody>
                    <a:bodyPr/>
                    <a:lstStyle/>
                    <a:p>
                      <a:r>
                        <a:rPr lang="en-US" dirty="0" smtClean="0"/>
                        <a:t>||</a:t>
                      </a:r>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dirty="0" smtClean="0"/>
                        <a:t>0</a:t>
                      </a:r>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r>
            </a:tbl>
          </a:graphicData>
        </a:graphic>
      </p:graphicFrame>
      <p:sp>
        <p:nvSpPr>
          <p:cNvPr id="7" name="TextBox 6"/>
          <p:cNvSpPr txBox="1"/>
          <p:nvPr/>
        </p:nvSpPr>
        <p:spPr>
          <a:xfrm>
            <a:off x="905610" y="3809858"/>
            <a:ext cx="3048000" cy="369332"/>
          </a:xfrm>
          <a:prstGeom prst="rect">
            <a:avLst/>
          </a:prstGeom>
          <a:noFill/>
        </p:spPr>
        <p:txBody>
          <a:bodyPr wrap="square" rtlCol="0">
            <a:spAutoFit/>
          </a:bodyPr>
          <a:lstStyle/>
          <a:p>
            <a:pPr algn="ctr"/>
            <a:r>
              <a:rPr lang="en-US" dirty="0" smtClean="0"/>
              <a:t>C/C++ Only</a:t>
            </a:r>
            <a:endParaRPr lang="en-US" dirty="0"/>
          </a:p>
        </p:txBody>
      </p:sp>
      <p:graphicFrame>
        <p:nvGraphicFramePr>
          <p:cNvPr id="8" name="Table 7"/>
          <p:cNvGraphicFramePr>
            <a:graphicFrameLocks noGrp="1"/>
          </p:cNvGraphicFramePr>
          <p:nvPr/>
        </p:nvGraphicFramePr>
        <p:xfrm>
          <a:off x="4115354" y="2708036"/>
          <a:ext cx="4571446" cy="3657600"/>
        </p:xfrm>
        <a:graphic>
          <a:graphicData uri="http://schemas.openxmlformats.org/drawingml/2006/table">
            <a:tbl>
              <a:tblPr firstRow="1" bandRow="1">
                <a:tableStyleId>{5940675A-B579-460E-94D1-54222C63F5DA}</a:tableStyleId>
              </a:tblPr>
              <a:tblGrid>
                <a:gridCol w="2285723"/>
                <a:gridCol w="2285723"/>
              </a:tblGrid>
              <a:tr h="326110">
                <a:tc>
                  <a:txBody>
                    <a:bodyPr/>
                    <a:lstStyle/>
                    <a:p>
                      <a:r>
                        <a:rPr lang="en-US" dirty="0" smtClean="0"/>
                        <a:t>Operator</a:t>
                      </a:r>
                      <a:endParaRPr lang="en-US" dirty="0"/>
                    </a:p>
                  </a:txBody>
                  <a:tcPr/>
                </a:tc>
                <a:tc>
                  <a:txBody>
                    <a:bodyPr/>
                    <a:lstStyle/>
                    <a:p>
                      <a:r>
                        <a:rPr lang="en-US" dirty="0" smtClean="0"/>
                        <a:t>Initial value</a:t>
                      </a:r>
                      <a:endParaRPr lang="en-US" dirty="0"/>
                    </a:p>
                  </a:txBody>
                  <a:tcPr/>
                </a:tc>
              </a:tr>
              <a:tr h="326110">
                <a:tc>
                  <a:txBody>
                    <a:bodyPr/>
                    <a:lstStyle/>
                    <a:p>
                      <a:r>
                        <a:rPr lang="en-US" dirty="0" smtClean="0"/>
                        <a:t>MIN</a:t>
                      </a:r>
                      <a:endParaRPr lang="en-US" dirty="0"/>
                    </a:p>
                  </a:txBody>
                  <a:tcPr/>
                </a:tc>
                <a:tc>
                  <a:txBody>
                    <a:bodyPr/>
                    <a:lstStyle/>
                    <a:p>
                      <a:r>
                        <a:rPr lang="en-US" dirty="0" smtClean="0"/>
                        <a:t>Largest</a:t>
                      </a:r>
                      <a:r>
                        <a:rPr lang="en-US" baseline="0" dirty="0" smtClean="0"/>
                        <a:t> pos. number</a:t>
                      </a:r>
                      <a:endParaRPr lang="en-US" dirty="0"/>
                    </a:p>
                  </a:txBody>
                  <a:tcPr/>
                </a:tc>
              </a:tr>
              <a:tr h="326110">
                <a:tc>
                  <a:txBody>
                    <a:bodyPr/>
                    <a:lstStyle/>
                    <a:p>
                      <a:r>
                        <a:rPr lang="en-US" dirty="0" smtClean="0"/>
                        <a:t>MAX</a:t>
                      </a:r>
                      <a:endParaRPr lang="en-US" dirty="0"/>
                    </a:p>
                  </a:txBody>
                  <a:tcPr/>
                </a:tc>
                <a:tc>
                  <a:txBody>
                    <a:bodyPr/>
                    <a:lstStyle/>
                    <a:p>
                      <a:r>
                        <a:rPr lang="en-US" dirty="0" smtClean="0"/>
                        <a:t>Most negative number</a:t>
                      </a:r>
                      <a:endParaRPr lang="en-US" dirty="0"/>
                    </a:p>
                  </a:txBody>
                  <a:tcPr/>
                </a:tc>
              </a:tr>
              <a:tr h="326110">
                <a:tc>
                  <a:txBody>
                    <a:bodyPr/>
                    <a:lstStyle/>
                    <a:p>
                      <a:r>
                        <a:rPr lang="en-US" dirty="0" smtClean="0"/>
                        <a:t>.AND.</a:t>
                      </a:r>
                      <a:endParaRPr lang="en-US" dirty="0"/>
                    </a:p>
                  </a:txBody>
                  <a:tcPr/>
                </a:tc>
                <a:tc>
                  <a:txBody>
                    <a:bodyPr/>
                    <a:lstStyle/>
                    <a:p>
                      <a:r>
                        <a:rPr lang="en-US" dirty="0" smtClean="0"/>
                        <a:t>.TRUE.</a:t>
                      </a:r>
                      <a:endParaRPr lang="en-US" dirty="0"/>
                    </a:p>
                  </a:txBody>
                  <a:tcPr/>
                </a:tc>
              </a:tr>
              <a:tr h="326110">
                <a:tc>
                  <a:txBody>
                    <a:bodyPr/>
                    <a:lstStyle/>
                    <a:p>
                      <a:r>
                        <a:rPr lang="en-US" dirty="0" smtClean="0"/>
                        <a:t>.OR.</a:t>
                      </a:r>
                      <a:endParaRPr lang="en-US" dirty="0"/>
                    </a:p>
                  </a:txBody>
                  <a:tcPr/>
                </a:tc>
                <a:tc>
                  <a:txBody>
                    <a:bodyPr/>
                    <a:lstStyle/>
                    <a:p>
                      <a:r>
                        <a:rPr lang="en-US" dirty="0" smtClean="0"/>
                        <a:t>.FALSE.</a:t>
                      </a:r>
                      <a:endParaRPr lang="en-US" dirty="0"/>
                    </a:p>
                  </a:txBody>
                  <a:tcPr/>
                </a:tc>
              </a:tr>
              <a:tr h="326110">
                <a:tc>
                  <a:txBody>
                    <a:bodyPr/>
                    <a:lstStyle/>
                    <a:p>
                      <a:r>
                        <a:rPr lang="en-US" dirty="0" smtClean="0"/>
                        <a:t>.NEQV.</a:t>
                      </a:r>
                      <a:endParaRPr lang="en-US" dirty="0"/>
                    </a:p>
                  </a:txBody>
                  <a:tcPr/>
                </a:tc>
                <a:tc>
                  <a:txBody>
                    <a:bodyPr/>
                    <a:lstStyle/>
                    <a:p>
                      <a:r>
                        <a:rPr lang="en-US" dirty="0" smtClean="0"/>
                        <a:t>.FALSE.</a:t>
                      </a:r>
                      <a:endParaRPr lang="en-US" dirty="0"/>
                    </a:p>
                  </a:txBody>
                  <a:tcPr/>
                </a:tc>
              </a:tr>
              <a:tr h="326110">
                <a:tc>
                  <a:txBody>
                    <a:bodyPr/>
                    <a:lstStyle/>
                    <a:p>
                      <a:r>
                        <a:rPr lang="en-US" dirty="0" smtClean="0"/>
                        <a:t>.IEOR.</a:t>
                      </a:r>
                      <a:endParaRPr lang="en-US" dirty="0"/>
                    </a:p>
                  </a:txBody>
                  <a:tcPr/>
                </a:tc>
                <a:tc>
                  <a:txBody>
                    <a:bodyPr/>
                    <a:lstStyle/>
                    <a:p>
                      <a:r>
                        <a:rPr lang="en-US" dirty="0" smtClean="0"/>
                        <a:t>0</a:t>
                      </a:r>
                      <a:endParaRPr lang="en-US" dirty="0"/>
                    </a:p>
                  </a:txBody>
                  <a:tcPr/>
                </a:tc>
              </a:tr>
              <a:tr h="326110">
                <a:tc>
                  <a:txBody>
                    <a:bodyPr/>
                    <a:lstStyle/>
                    <a:p>
                      <a:r>
                        <a:rPr lang="en-US" dirty="0" smtClean="0"/>
                        <a:t>.IOR.</a:t>
                      </a:r>
                      <a:endParaRPr lang="en-US" dirty="0"/>
                    </a:p>
                  </a:txBody>
                  <a:tcPr/>
                </a:tc>
                <a:tc>
                  <a:txBody>
                    <a:bodyPr/>
                    <a:lstStyle/>
                    <a:p>
                      <a:r>
                        <a:rPr lang="en-US" dirty="0" smtClean="0"/>
                        <a:t>0</a:t>
                      </a:r>
                      <a:endParaRPr lang="en-US" dirty="0"/>
                    </a:p>
                  </a:txBody>
                  <a:tcPr/>
                </a:tc>
              </a:tr>
              <a:tr h="326110">
                <a:tc>
                  <a:txBody>
                    <a:bodyPr/>
                    <a:lstStyle/>
                    <a:p>
                      <a:r>
                        <a:rPr lang="en-US" dirty="0" smtClean="0"/>
                        <a:t>.IAND.</a:t>
                      </a:r>
                      <a:endParaRPr lang="en-US" dirty="0"/>
                    </a:p>
                  </a:txBody>
                  <a:tcPr/>
                </a:tc>
                <a:tc>
                  <a:txBody>
                    <a:bodyPr/>
                    <a:lstStyle/>
                    <a:p>
                      <a:r>
                        <a:rPr lang="en-US" dirty="0" smtClean="0"/>
                        <a:t>All</a:t>
                      </a:r>
                      <a:r>
                        <a:rPr lang="en-US" baseline="0" dirty="0" smtClean="0"/>
                        <a:t> bits on</a:t>
                      </a:r>
                      <a:endParaRPr lang="en-US" dirty="0"/>
                    </a:p>
                  </a:txBody>
                  <a:tcPr/>
                </a:tc>
              </a:tr>
              <a:tr h="326110">
                <a:tc>
                  <a:txBody>
                    <a:bodyPr/>
                    <a:lstStyle/>
                    <a:p>
                      <a:r>
                        <a:rPr lang="en-US" dirty="0" smtClean="0"/>
                        <a:t>.EQV.</a:t>
                      </a:r>
                      <a:endParaRPr lang="en-US" dirty="0"/>
                    </a:p>
                  </a:txBody>
                  <a:tcPr/>
                </a:tc>
                <a:tc>
                  <a:txBody>
                    <a:bodyPr/>
                    <a:lstStyle/>
                    <a:p>
                      <a:r>
                        <a:rPr lang="en-US" dirty="0" smtClean="0"/>
                        <a:t>.TRUE.</a:t>
                      </a:r>
                      <a:endParaRPr lang="en-US" dirty="0"/>
                    </a:p>
                  </a:txBody>
                  <a:tcPr/>
                </a:tc>
              </a:tr>
            </a:tbl>
          </a:graphicData>
        </a:graphic>
      </p:graphicFrame>
      <p:sp>
        <p:nvSpPr>
          <p:cNvPr id="9" name="TextBox 8"/>
          <p:cNvSpPr txBox="1"/>
          <p:nvPr/>
        </p:nvSpPr>
        <p:spPr>
          <a:xfrm>
            <a:off x="4115354" y="2338704"/>
            <a:ext cx="4571446" cy="369332"/>
          </a:xfrm>
          <a:prstGeom prst="rect">
            <a:avLst/>
          </a:prstGeom>
          <a:noFill/>
        </p:spPr>
        <p:txBody>
          <a:bodyPr wrap="square" rtlCol="0">
            <a:spAutoFit/>
          </a:bodyPr>
          <a:lstStyle/>
          <a:p>
            <a:pPr algn="ctr"/>
            <a:r>
              <a:rPr lang="en-US" dirty="0" smtClean="0"/>
              <a:t>Fortran Only</a:t>
            </a: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ourier"/>
                <a:cs typeface="Courier"/>
              </a:rPr>
              <a:t>ordered </a:t>
            </a:r>
            <a:r>
              <a:rPr lang="en-US" dirty="0" smtClean="0"/>
              <a:t>directive</a:t>
            </a:r>
            <a:endParaRPr lang="en-US" dirty="0"/>
          </a:p>
        </p:txBody>
      </p:sp>
      <p:sp>
        <p:nvSpPr>
          <p:cNvPr id="3" name="Content Placeholder 2"/>
          <p:cNvSpPr>
            <a:spLocks noGrp="1"/>
          </p:cNvSpPr>
          <p:nvPr>
            <p:ph idx="1"/>
          </p:nvPr>
        </p:nvSpPr>
        <p:spPr>
          <a:xfrm>
            <a:off x="457200" y="1600200"/>
            <a:ext cx="8229600" cy="1002665"/>
          </a:xfrm>
        </p:spPr>
        <p:txBody>
          <a:bodyPr>
            <a:normAutofit/>
          </a:bodyPr>
          <a:lstStyle/>
          <a:p>
            <a:r>
              <a:rPr lang="en-US" sz="2400" dirty="0" smtClean="0"/>
              <a:t>Some expressions in do/for loops need to be executed sequentially because the results are order dependent, e.g.</a:t>
            </a:r>
            <a:endParaRPr lang="en-US" sz="2400" dirty="0"/>
          </a:p>
        </p:txBody>
      </p:sp>
      <p:sp>
        <p:nvSpPr>
          <p:cNvPr id="4" name="TextBox 3"/>
          <p:cNvSpPr txBox="1"/>
          <p:nvPr/>
        </p:nvSpPr>
        <p:spPr>
          <a:xfrm>
            <a:off x="2255253" y="2602865"/>
            <a:ext cx="4671947" cy="923330"/>
          </a:xfrm>
          <a:prstGeom prst="rect">
            <a:avLst/>
          </a:prstGeom>
          <a:noFill/>
        </p:spPr>
        <p:txBody>
          <a:bodyPr wrap="square" rtlCol="0">
            <a:spAutoFit/>
          </a:bodyPr>
          <a:lstStyle/>
          <a:p>
            <a:r>
              <a:rPr lang="en-US" dirty="0" smtClean="0">
                <a:latin typeface="Courier"/>
                <a:cs typeface="Courier"/>
              </a:rPr>
              <a:t>DO I = 1, N</a:t>
            </a:r>
          </a:p>
          <a:p>
            <a:r>
              <a:rPr lang="en-US" dirty="0" smtClean="0">
                <a:latin typeface="Courier"/>
                <a:cs typeface="Courier"/>
              </a:rPr>
              <a:t>	</a:t>
            </a:r>
            <a:r>
              <a:rPr lang="en-US" dirty="0" err="1" smtClean="0">
                <a:latin typeface="Courier"/>
                <a:cs typeface="Courier"/>
              </a:rPr>
              <a:t>a(i</a:t>
            </a:r>
            <a:r>
              <a:rPr lang="en-US" dirty="0" smtClean="0">
                <a:latin typeface="Courier"/>
                <a:cs typeface="Courier"/>
              </a:rPr>
              <a:t>) = 2 * a(i-1)</a:t>
            </a:r>
          </a:p>
          <a:p>
            <a:r>
              <a:rPr lang="en-US" dirty="0" smtClean="0">
                <a:latin typeface="Courier"/>
                <a:cs typeface="Courier"/>
              </a:rPr>
              <a:t>END DO</a:t>
            </a:r>
          </a:p>
        </p:txBody>
      </p:sp>
      <p:sp>
        <p:nvSpPr>
          <p:cNvPr id="5" name="Content Placeholder 2"/>
          <p:cNvSpPr txBox="1">
            <a:spLocks/>
          </p:cNvSpPr>
          <p:nvPr/>
        </p:nvSpPr>
        <p:spPr>
          <a:xfrm>
            <a:off x="609600" y="3732667"/>
            <a:ext cx="8229600" cy="814505"/>
          </a:xfrm>
          <a:prstGeom prst="rect">
            <a:avLst/>
          </a:prstGeom>
        </p:spPr>
        <p:txBody>
          <a:bodyPr vert="horz" lIns="91440" tIns="45720" rIns="91440" bIns="45720" rtlCol="0">
            <a:noAutofit/>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In </a:t>
            </a:r>
            <a:r>
              <a:rPr lang="en-US" sz="2400" dirty="0" smtClean="0"/>
              <a:t>order to parallelize this loop, it is mandatory to use the </a:t>
            </a:r>
            <a:r>
              <a:rPr lang="en-US" sz="2400" dirty="0" smtClean="0">
                <a:latin typeface="Courier"/>
                <a:cs typeface="Courier"/>
              </a:rPr>
              <a:t>ordered </a:t>
            </a:r>
            <a:r>
              <a:rPr lang="en-US" sz="2400" dirty="0" smtClean="0"/>
              <a:t>directive</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TextBox 5"/>
          <p:cNvSpPr txBox="1"/>
          <p:nvPr/>
        </p:nvSpPr>
        <p:spPr>
          <a:xfrm>
            <a:off x="2407653" y="4547172"/>
            <a:ext cx="4671947" cy="2031325"/>
          </a:xfrm>
          <a:prstGeom prst="rect">
            <a:avLst/>
          </a:prstGeom>
          <a:noFill/>
        </p:spPr>
        <p:txBody>
          <a:bodyPr wrap="square" rtlCol="0">
            <a:spAutoFit/>
          </a:bodyPr>
          <a:lstStyle/>
          <a:p>
            <a:r>
              <a:rPr lang="en-US" dirty="0" smtClean="0">
                <a:latin typeface="Courier"/>
                <a:cs typeface="Courier"/>
              </a:rPr>
              <a:t>!$</a:t>
            </a:r>
            <a:r>
              <a:rPr lang="en-US" dirty="0" err="1" smtClean="0">
                <a:latin typeface="Courier"/>
                <a:cs typeface="Courier"/>
              </a:rPr>
              <a:t>omp</a:t>
            </a:r>
            <a:r>
              <a:rPr lang="en-US" dirty="0" smtClean="0">
                <a:latin typeface="Courier"/>
                <a:cs typeface="Courier"/>
              </a:rPr>
              <a:t> do ordered </a:t>
            </a:r>
          </a:p>
          <a:p>
            <a:r>
              <a:rPr lang="en-US" dirty="0" smtClean="0">
                <a:latin typeface="Courier"/>
                <a:cs typeface="Courier"/>
              </a:rPr>
              <a:t>DO I = 1, N</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ordered</a:t>
            </a:r>
          </a:p>
          <a:p>
            <a:r>
              <a:rPr lang="en-US" dirty="0" smtClean="0">
                <a:latin typeface="Courier"/>
                <a:cs typeface="Courier"/>
              </a:rPr>
              <a:t>	</a:t>
            </a:r>
            <a:r>
              <a:rPr lang="en-US" dirty="0" err="1" smtClean="0">
                <a:latin typeface="Courier"/>
                <a:cs typeface="Courier"/>
              </a:rPr>
              <a:t>a(i</a:t>
            </a:r>
            <a:r>
              <a:rPr lang="en-US" dirty="0" smtClean="0">
                <a:latin typeface="Courier"/>
                <a:cs typeface="Courier"/>
              </a:rPr>
              <a:t>) = 2 * a(i-1)</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ordered</a:t>
            </a:r>
          </a:p>
          <a:p>
            <a:r>
              <a:rPr lang="en-US" dirty="0" smtClean="0">
                <a:latin typeface="Courier"/>
                <a:cs typeface="Courier"/>
              </a:rPr>
              <a:t>END DO</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do</a:t>
            </a:r>
          </a:p>
        </p:txBody>
      </p:sp>
      <p:sp>
        <p:nvSpPr>
          <p:cNvPr id="7" name="TextBox 6"/>
          <p:cNvSpPr txBox="1"/>
          <p:nvPr/>
        </p:nvSpPr>
        <p:spPr>
          <a:xfrm>
            <a:off x="5425845" y="4443526"/>
            <a:ext cx="3260955" cy="646331"/>
          </a:xfrm>
          <a:prstGeom prst="rect">
            <a:avLst/>
          </a:prstGeom>
          <a:noFill/>
        </p:spPr>
        <p:txBody>
          <a:bodyPr wrap="square" rtlCol="0">
            <a:spAutoFit/>
          </a:bodyPr>
          <a:lstStyle/>
          <a:p>
            <a:r>
              <a:rPr lang="en-US" dirty="0" smtClean="0"/>
              <a:t>Let OpenMP know an ordered statement is coming later</a:t>
            </a:r>
            <a:endParaRPr lang="en-US" dirty="0"/>
          </a:p>
        </p:txBody>
      </p:sp>
      <p:cxnSp>
        <p:nvCxnSpPr>
          <p:cNvPr id="9" name="Straight Arrow Connector 8"/>
          <p:cNvCxnSpPr/>
          <p:nvPr/>
        </p:nvCxnSpPr>
        <p:spPr>
          <a:xfrm rot="10800000">
            <a:off x="4797367" y="4751012"/>
            <a:ext cx="628479"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Scheduling	</a:t>
            </a:r>
            <a:endParaRPr lang="en-US" dirty="0"/>
          </a:p>
        </p:txBody>
      </p:sp>
      <p:sp>
        <p:nvSpPr>
          <p:cNvPr id="3" name="Content Placeholder 2"/>
          <p:cNvSpPr>
            <a:spLocks noGrp="1"/>
          </p:cNvSpPr>
          <p:nvPr>
            <p:ph idx="1"/>
          </p:nvPr>
        </p:nvSpPr>
        <p:spPr>
          <a:xfrm>
            <a:off x="457200" y="1417638"/>
            <a:ext cx="8229600" cy="4708525"/>
          </a:xfrm>
        </p:spPr>
        <p:txBody>
          <a:bodyPr>
            <a:normAutofit lnSpcReduction="10000"/>
          </a:bodyPr>
          <a:lstStyle/>
          <a:p>
            <a:r>
              <a:rPr lang="en-US" dirty="0" smtClean="0"/>
              <a:t>When a do-loop is parallelized and its iterations distributed over the </a:t>
            </a:r>
            <a:r>
              <a:rPr lang="en-US" dirty="0" err="1" smtClean="0"/>
              <a:t>diﬀerent</a:t>
            </a:r>
            <a:r>
              <a:rPr lang="en-US" dirty="0" smtClean="0"/>
              <a:t> threads, the most simple way of doing this is by giving to each thread the same number of iterations. </a:t>
            </a:r>
          </a:p>
          <a:p>
            <a:pPr lvl="1"/>
            <a:r>
              <a:rPr lang="en-US" dirty="0" smtClean="0"/>
              <a:t>not always the best choice, since the computational cost of the iterations may not be equal for all of them. 	</a:t>
            </a:r>
          </a:p>
          <a:p>
            <a:pPr lvl="1"/>
            <a:r>
              <a:rPr lang="en-US" dirty="0" err="1" smtClean="0"/>
              <a:t>diﬀerent</a:t>
            </a:r>
            <a:r>
              <a:rPr lang="en-US" dirty="0" smtClean="0"/>
              <a:t> ways of distributing the iterations exist, this is called </a:t>
            </a:r>
            <a:r>
              <a:rPr lang="en-US" dirty="0" smtClean="0">
                <a:solidFill>
                  <a:srgbClr val="FF0000"/>
                </a:solidFill>
              </a:rPr>
              <a:t>scheduling</a:t>
            </a:r>
            <a:r>
              <a:rPr lang="en-US" dirty="0" smtClean="0"/>
              <a:t>.</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urier"/>
                <a:cs typeface="Courier"/>
              </a:rPr>
              <a:t>s</a:t>
            </a:r>
            <a:r>
              <a:rPr lang="en-US" dirty="0" smtClean="0">
                <a:latin typeface="Courier"/>
                <a:cs typeface="Courier"/>
              </a:rPr>
              <a:t>chedule </a:t>
            </a:r>
            <a:r>
              <a:rPr lang="en-US" dirty="0" smtClean="0"/>
              <a:t>directive</a:t>
            </a:r>
            <a:endParaRPr lang="en-US" dirty="0"/>
          </a:p>
        </p:txBody>
      </p:sp>
      <p:sp>
        <p:nvSpPr>
          <p:cNvPr id="3" name="Content Placeholder 2"/>
          <p:cNvSpPr>
            <a:spLocks noGrp="1"/>
          </p:cNvSpPr>
          <p:nvPr>
            <p:ph idx="1"/>
          </p:nvPr>
        </p:nvSpPr>
        <p:spPr/>
        <p:txBody>
          <a:bodyPr>
            <a:normAutofit fontScale="92500"/>
          </a:bodyPr>
          <a:lstStyle/>
          <a:p>
            <a:r>
              <a:rPr lang="en-US" dirty="0" smtClean="0"/>
              <a:t>The </a:t>
            </a:r>
            <a:r>
              <a:rPr lang="en-US" dirty="0" smtClean="0">
                <a:latin typeface="Courier"/>
                <a:cs typeface="Courier"/>
              </a:rPr>
              <a:t>schedule </a:t>
            </a:r>
            <a:r>
              <a:rPr lang="en-US" dirty="0" smtClean="0"/>
              <a:t>directive allows you to specify the chunking method for parallelization of </a:t>
            </a:r>
            <a:r>
              <a:rPr lang="en-US" dirty="0" smtClean="0">
                <a:latin typeface="Courier"/>
                <a:cs typeface="Courier"/>
              </a:rPr>
              <a:t>do </a:t>
            </a:r>
            <a:r>
              <a:rPr lang="en-US" dirty="0" smtClean="0"/>
              <a:t>or </a:t>
            </a:r>
            <a:r>
              <a:rPr lang="en-US" dirty="0" smtClean="0">
                <a:latin typeface="Courier"/>
                <a:cs typeface="Courier"/>
              </a:rPr>
              <a:t>parallel do </a:t>
            </a:r>
            <a:r>
              <a:rPr lang="en-US" dirty="0" smtClean="0"/>
              <a:t>loops. Work is assigned to threads in a different manner depending on the scheduling type or chunk size used.</a:t>
            </a:r>
          </a:p>
          <a:p>
            <a:pPr lvl="1"/>
            <a:r>
              <a:rPr lang="en-US" dirty="0" smtClean="0">
                <a:latin typeface="Courier"/>
                <a:cs typeface="Courier"/>
              </a:rPr>
              <a:t>static (default)</a:t>
            </a:r>
          </a:p>
          <a:p>
            <a:pPr lvl="1"/>
            <a:r>
              <a:rPr lang="en-US" dirty="0" smtClean="0">
                <a:latin typeface="Courier"/>
                <a:cs typeface="Courier"/>
              </a:rPr>
              <a:t>dynamic</a:t>
            </a:r>
          </a:p>
          <a:p>
            <a:pPr lvl="1"/>
            <a:r>
              <a:rPr lang="en-US" dirty="0" smtClean="0">
                <a:latin typeface="Courier"/>
                <a:cs typeface="Courier"/>
              </a:rPr>
              <a:t>guided</a:t>
            </a:r>
          </a:p>
          <a:p>
            <a:pPr lvl="1"/>
            <a:r>
              <a:rPr lang="en-US" dirty="0" smtClean="0">
                <a:latin typeface="Courier"/>
                <a:cs typeface="Courier"/>
              </a:rPr>
              <a:t>runtime</a:t>
            </a:r>
            <a:endParaRPr lang="en-US" dirty="0">
              <a:latin typeface="Courier"/>
              <a:cs typeface="Courier"/>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urier"/>
                <a:cs typeface="Courier"/>
              </a:rPr>
              <a:t>s</a:t>
            </a:r>
            <a:r>
              <a:rPr lang="en-US" dirty="0" smtClean="0">
                <a:latin typeface="Courier"/>
                <a:cs typeface="Courier"/>
              </a:rPr>
              <a:t>chedule </a:t>
            </a:r>
            <a:r>
              <a:rPr lang="en-US" dirty="0" smtClean="0"/>
              <a:t>directive</a:t>
            </a:r>
            <a:endParaRPr lang="en-US" dirty="0"/>
          </a:p>
        </p:txBody>
      </p:sp>
      <p:sp>
        <p:nvSpPr>
          <p:cNvPr id="3" name="Content Placeholder 2"/>
          <p:cNvSpPr>
            <a:spLocks noGrp="1"/>
          </p:cNvSpPr>
          <p:nvPr>
            <p:ph idx="1"/>
          </p:nvPr>
        </p:nvSpPr>
        <p:spPr>
          <a:xfrm>
            <a:off x="457200" y="3151662"/>
            <a:ext cx="8229600" cy="2974501"/>
          </a:xfrm>
        </p:spPr>
        <p:txBody>
          <a:bodyPr>
            <a:normAutofit fontScale="92500" lnSpcReduction="10000"/>
          </a:bodyPr>
          <a:lstStyle/>
          <a:p>
            <a:r>
              <a:rPr lang="en-US" dirty="0" smtClean="0"/>
              <a:t>The </a:t>
            </a:r>
            <a:r>
              <a:rPr lang="en-US" dirty="0" smtClean="0">
                <a:latin typeface="Courier"/>
                <a:cs typeface="Courier"/>
              </a:rPr>
              <a:t>schedule </a:t>
            </a:r>
            <a:r>
              <a:rPr lang="en-US" dirty="0" smtClean="0"/>
              <a:t>clause </a:t>
            </a:r>
            <a:r>
              <a:rPr lang="en-US" dirty="0"/>
              <a:t>accepts two </a:t>
            </a:r>
            <a:r>
              <a:rPr lang="en-US" dirty="0" smtClean="0"/>
              <a:t>parameters.</a:t>
            </a:r>
            <a:endParaRPr lang="en-US" dirty="0"/>
          </a:p>
          <a:p>
            <a:pPr lvl="1"/>
            <a:r>
              <a:rPr lang="en-US" dirty="0" smtClean="0"/>
              <a:t>The </a:t>
            </a:r>
            <a:r>
              <a:rPr lang="en-US" dirty="0" err="1"/>
              <a:t>ﬁrst</a:t>
            </a:r>
            <a:r>
              <a:rPr lang="en-US" dirty="0"/>
              <a:t> one</a:t>
            </a:r>
            <a:r>
              <a:rPr lang="en-US" dirty="0" smtClean="0"/>
              <a:t>, </a:t>
            </a:r>
            <a:r>
              <a:rPr lang="en-US" dirty="0" smtClean="0">
                <a:latin typeface="Courier"/>
                <a:cs typeface="Courier"/>
              </a:rPr>
              <a:t>type</a:t>
            </a:r>
            <a:r>
              <a:rPr lang="en-US" dirty="0"/>
              <a:t>, </a:t>
            </a:r>
            <a:r>
              <a:rPr lang="en-US" dirty="0" err="1"/>
              <a:t>speciﬁes</a:t>
            </a:r>
            <a:r>
              <a:rPr lang="en-US" dirty="0"/>
              <a:t> the way in which the work is distributed over the threads.</a:t>
            </a:r>
            <a:r>
              <a:rPr lang="en-US" dirty="0" smtClean="0"/>
              <a:t> </a:t>
            </a:r>
          </a:p>
          <a:p>
            <a:pPr lvl="1"/>
            <a:r>
              <a:rPr lang="en-US" dirty="0" smtClean="0"/>
              <a:t>The </a:t>
            </a:r>
            <a:r>
              <a:rPr lang="en-US" dirty="0"/>
              <a:t>second </a:t>
            </a:r>
            <a:r>
              <a:rPr lang="en-US" dirty="0" err="1"/>
              <a:t>one,</a:t>
            </a:r>
            <a:r>
              <a:rPr lang="en-US" dirty="0" err="1">
                <a:latin typeface="Courier"/>
                <a:cs typeface="Courier"/>
              </a:rPr>
              <a:t>chunk</a:t>
            </a:r>
            <a:r>
              <a:rPr lang="en-US" dirty="0"/>
              <a:t>, is an optional parameter specifying the size of the work given to each thread: its precise meaning depends on the type of scheduling used. </a:t>
            </a:r>
          </a:p>
          <a:p>
            <a:endParaRPr lang="en-US" dirty="0">
              <a:latin typeface="Courier"/>
              <a:cs typeface="Courier"/>
            </a:endParaRPr>
          </a:p>
        </p:txBody>
      </p:sp>
      <p:sp>
        <p:nvSpPr>
          <p:cNvPr id="4" name="TextBox 3"/>
          <p:cNvSpPr txBox="1"/>
          <p:nvPr/>
        </p:nvSpPr>
        <p:spPr>
          <a:xfrm>
            <a:off x="1646155" y="1417638"/>
            <a:ext cx="5863447" cy="1477328"/>
          </a:xfrm>
          <a:prstGeom prst="rect">
            <a:avLst/>
          </a:prstGeom>
          <a:noFill/>
        </p:spPr>
        <p:txBody>
          <a:bodyPr wrap="square" rtlCol="0">
            <a:spAutoFit/>
          </a:bodyPr>
          <a:lstStyle/>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 do </a:t>
            </a:r>
            <a:r>
              <a:rPr lang="en-US" dirty="0" err="1" smtClean="0">
                <a:latin typeface="Courier"/>
                <a:cs typeface="Courier"/>
              </a:rPr>
              <a:t>schedule(</a:t>
            </a:r>
            <a:r>
              <a:rPr lang="en-US" i="1" dirty="0" err="1" smtClean="0">
                <a:latin typeface="Courier"/>
                <a:cs typeface="Courier"/>
              </a:rPr>
              <a:t>type</a:t>
            </a:r>
            <a:r>
              <a:rPr lang="en-US" i="1" dirty="0" smtClean="0">
                <a:latin typeface="Courier"/>
                <a:cs typeface="Courier"/>
              </a:rPr>
              <a:t>[</a:t>
            </a:r>
            <a:r>
              <a:rPr lang="en-US" dirty="0" smtClean="0">
                <a:latin typeface="Courier"/>
                <a:cs typeface="Courier"/>
              </a:rPr>
              <a:t>, </a:t>
            </a:r>
            <a:r>
              <a:rPr lang="en-US" i="1" dirty="0" smtClean="0">
                <a:latin typeface="Courier"/>
                <a:cs typeface="Courier"/>
              </a:rPr>
              <a:t>chunk]</a:t>
            </a:r>
            <a:r>
              <a:rPr lang="en-US" dirty="0" smtClean="0">
                <a:latin typeface="Courier"/>
                <a:cs typeface="Courier"/>
              </a:rPr>
              <a:t>)</a:t>
            </a:r>
          </a:p>
          <a:p>
            <a:r>
              <a:rPr lang="en-US" dirty="0" smtClean="0">
                <a:latin typeface="Courier"/>
                <a:cs typeface="Courier"/>
              </a:rPr>
              <a:t>DO I = 1, N</a:t>
            </a:r>
          </a:p>
          <a:p>
            <a:r>
              <a:rPr lang="en-US" dirty="0" smtClean="0">
                <a:latin typeface="Courier"/>
                <a:cs typeface="Courier"/>
              </a:rPr>
              <a:t>	</a:t>
            </a:r>
            <a:r>
              <a:rPr lang="en-US" dirty="0" err="1" smtClean="0">
                <a:latin typeface="Courier"/>
                <a:cs typeface="Courier"/>
              </a:rPr>
              <a:t>a(i</a:t>
            </a:r>
            <a:r>
              <a:rPr lang="en-US" dirty="0" smtClean="0">
                <a:latin typeface="Courier"/>
                <a:cs typeface="Courier"/>
              </a:rPr>
              <a:t>) = </a:t>
            </a:r>
            <a:r>
              <a:rPr lang="en-US" dirty="0" err="1" smtClean="0">
                <a:latin typeface="Courier"/>
                <a:cs typeface="Courier"/>
              </a:rPr>
              <a:t>b(i</a:t>
            </a:r>
            <a:r>
              <a:rPr lang="en-US" dirty="0" smtClean="0">
                <a:latin typeface="Courier"/>
                <a:cs typeface="Courier"/>
              </a:rPr>
              <a:t>) + </a:t>
            </a:r>
            <a:r>
              <a:rPr lang="en-US" dirty="0" err="1" smtClean="0">
                <a:latin typeface="Courier"/>
                <a:cs typeface="Courier"/>
              </a:rPr>
              <a:t>c(i</a:t>
            </a:r>
            <a:r>
              <a:rPr lang="en-US" dirty="0" smtClean="0">
                <a:latin typeface="Courier"/>
                <a:cs typeface="Courier"/>
              </a:rPr>
              <a:t>)</a:t>
            </a:r>
          </a:p>
          <a:p>
            <a:r>
              <a:rPr lang="en-US" dirty="0" smtClean="0">
                <a:latin typeface="Courier"/>
                <a:cs typeface="Courier"/>
              </a:rPr>
              <a:t>END DO</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parallel do</a:t>
            </a: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urier"/>
                <a:cs typeface="Courier"/>
              </a:rPr>
              <a:t>s</a:t>
            </a:r>
            <a:r>
              <a:rPr lang="en-US" dirty="0" smtClean="0">
                <a:latin typeface="Courier"/>
                <a:cs typeface="Courier"/>
              </a:rPr>
              <a:t>chedule </a:t>
            </a:r>
            <a:r>
              <a:rPr lang="en-US" dirty="0" smtClean="0"/>
              <a:t>directive</a:t>
            </a:r>
            <a:endParaRPr lang="en-US" dirty="0"/>
          </a:p>
        </p:txBody>
      </p:sp>
      <p:sp>
        <p:nvSpPr>
          <p:cNvPr id="3" name="Content Placeholder 2"/>
          <p:cNvSpPr>
            <a:spLocks noGrp="1"/>
          </p:cNvSpPr>
          <p:nvPr>
            <p:ph idx="1"/>
          </p:nvPr>
        </p:nvSpPr>
        <p:spPr>
          <a:xfrm>
            <a:off x="457200" y="1417638"/>
            <a:ext cx="8229600" cy="5058164"/>
          </a:xfrm>
        </p:spPr>
        <p:txBody>
          <a:bodyPr>
            <a:normAutofit/>
          </a:bodyPr>
          <a:lstStyle/>
          <a:p>
            <a:pPr lvl="1"/>
            <a:r>
              <a:rPr lang="en-US" dirty="0" smtClean="0">
                <a:latin typeface="Courier"/>
                <a:cs typeface="Courier"/>
              </a:rPr>
              <a:t>static (default)</a:t>
            </a:r>
          </a:p>
          <a:p>
            <a:pPr lvl="2"/>
            <a:r>
              <a:rPr lang="en-US" dirty="0" smtClean="0">
                <a:cs typeface="Courier"/>
              </a:rPr>
              <a:t>work is distributed in equal sized blocks. If the chunk size is specified, that is the unit of work and blocks are assigned to threads in a  round-robin fashion.</a:t>
            </a:r>
          </a:p>
          <a:p>
            <a:pPr lvl="1"/>
            <a:r>
              <a:rPr lang="en-US" dirty="0">
                <a:latin typeface="Courier"/>
                <a:cs typeface="Courier"/>
              </a:rPr>
              <a:t>d</a:t>
            </a:r>
            <a:r>
              <a:rPr lang="en-US" dirty="0" smtClean="0">
                <a:latin typeface="Courier"/>
                <a:cs typeface="Courier"/>
              </a:rPr>
              <a:t>ynamic</a:t>
            </a:r>
          </a:p>
          <a:p>
            <a:pPr lvl="2"/>
            <a:r>
              <a:rPr lang="en-US" dirty="0" smtClean="0">
                <a:cs typeface="Courier"/>
              </a:rPr>
              <a:t>work is assigned to threads one at a time. If the chunk size is not specified, the chunk size is one. </a:t>
            </a:r>
          </a:p>
          <a:p>
            <a:pPr lvl="2"/>
            <a:r>
              <a:rPr lang="en-US" dirty="0" smtClean="0">
                <a:cs typeface="Courier"/>
              </a:rPr>
              <a:t>Faster threads get more work, slower threads less.</a:t>
            </a: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urier"/>
                <a:cs typeface="Courier"/>
              </a:rPr>
              <a:t>s</a:t>
            </a:r>
            <a:r>
              <a:rPr lang="en-US" dirty="0" smtClean="0">
                <a:latin typeface="Courier"/>
                <a:cs typeface="Courier"/>
              </a:rPr>
              <a:t>chedule </a:t>
            </a:r>
            <a:r>
              <a:rPr lang="en-US" dirty="0" smtClean="0"/>
              <a:t>directive</a:t>
            </a:r>
            <a:endParaRPr lang="en-US" dirty="0"/>
          </a:p>
        </p:txBody>
      </p:sp>
      <p:sp>
        <p:nvSpPr>
          <p:cNvPr id="3" name="Content Placeholder 2"/>
          <p:cNvSpPr>
            <a:spLocks noGrp="1"/>
          </p:cNvSpPr>
          <p:nvPr>
            <p:ph idx="1"/>
          </p:nvPr>
        </p:nvSpPr>
        <p:spPr>
          <a:xfrm>
            <a:off x="457200" y="1417638"/>
            <a:ext cx="8229600" cy="5058164"/>
          </a:xfrm>
        </p:spPr>
        <p:txBody>
          <a:bodyPr>
            <a:normAutofit/>
          </a:bodyPr>
          <a:lstStyle/>
          <a:p>
            <a:pPr lvl="1"/>
            <a:r>
              <a:rPr lang="en-US" dirty="0">
                <a:latin typeface="Courier"/>
                <a:cs typeface="Courier"/>
              </a:rPr>
              <a:t>g</a:t>
            </a:r>
            <a:r>
              <a:rPr lang="en-US" dirty="0" smtClean="0">
                <a:latin typeface="Courier"/>
                <a:cs typeface="Courier"/>
              </a:rPr>
              <a:t>uided</a:t>
            </a:r>
          </a:p>
          <a:p>
            <a:pPr lvl="2"/>
            <a:r>
              <a:rPr lang="en-US" dirty="0" smtClean="0">
                <a:cs typeface="Courier"/>
              </a:rPr>
              <a:t>Similar to dynamic but each block of work is a fixed fraction of the preceding amount, decreasing to </a:t>
            </a:r>
            <a:r>
              <a:rPr lang="en-US" dirty="0" err="1" smtClean="0">
                <a:latin typeface="Courier"/>
                <a:cs typeface="Courier"/>
              </a:rPr>
              <a:t>chunk_size</a:t>
            </a:r>
            <a:r>
              <a:rPr lang="en-US" dirty="0" smtClean="0">
                <a:cs typeface="Courier"/>
              </a:rPr>
              <a:t> (1, if not set)</a:t>
            </a:r>
          </a:p>
          <a:p>
            <a:pPr lvl="2"/>
            <a:r>
              <a:rPr lang="en-US" dirty="0" smtClean="0">
                <a:cs typeface="Courier"/>
              </a:rPr>
              <a:t>Fewer chunks = less synchronization = faster? </a:t>
            </a:r>
          </a:p>
          <a:p>
            <a:pPr lvl="1"/>
            <a:r>
              <a:rPr lang="en-US" dirty="0">
                <a:latin typeface="Courier"/>
                <a:cs typeface="Courier"/>
              </a:rPr>
              <a:t>r</a:t>
            </a:r>
            <a:r>
              <a:rPr lang="en-US" dirty="0" smtClean="0">
                <a:latin typeface="Courier"/>
                <a:cs typeface="Courier"/>
              </a:rPr>
              <a:t>untime</a:t>
            </a:r>
          </a:p>
          <a:p>
            <a:pPr lvl="2"/>
            <a:r>
              <a:rPr lang="en-US" dirty="0" smtClean="0">
                <a:cs typeface="Courier"/>
              </a:rPr>
              <a:t>Allows scheduling to be determined at run time.</a:t>
            </a:r>
          </a:p>
          <a:p>
            <a:pPr lvl="2"/>
            <a:r>
              <a:rPr lang="en-US" dirty="0" smtClean="0">
                <a:cs typeface="Courier"/>
              </a:rPr>
              <a:t>Method and chunk size specified by the environment variable </a:t>
            </a:r>
            <a:r>
              <a:rPr lang="en-US" dirty="0" smtClean="0">
                <a:latin typeface="Courier"/>
                <a:cs typeface="Courier"/>
              </a:rPr>
              <a:t>OMP_SCHEDULE</a:t>
            </a:r>
            <a:r>
              <a:rPr lang="en-US" dirty="0" smtClean="0">
                <a:cs typeface="Courier"/>
              </a:rPr>
              <a:t>, e.g.</a:t>
            </a:r>
          </a:p>
          <a:p>
            <a:pPr lvl="3"/>
            <a:r>
              <a:rPr lang="en-US" dirty="0" err="1">
                <a:latin typeface="Courier"/>
                <a:cs typeface="Courier"/>
              </a:rPr>
              <a:t>s</a:t>
            </a:r>
            <a:r>
              <a:rPr lang="en-US" dirty="0" err="1" smtClean="0">
                <a:latin typeface="Courier"/>
                <a:cs typeface="Courier"/>
              </a:rPr>
              <a:t>etenv</a:t>
            </a:r>
            <a:r>
              <a:rPr lang="en-US" dirty="0" smtClean="0">
                <a:latin typeface="Courier"/>
                <a:cs typeface="Courier"/>
              </a:rPr>
              <a:t> OMP_SCHEDULE “guided, 25”</a:t>
            </a: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Sections</a:t>
            </a:r>
            <a:endParaRPr lang="en-US" dirty="0"/>
          </a:p>
        </p:txBody>
      </p:sp>
      <p:sp>
        <p:nvSpPr>
          <p:cNvPr id="3" name="Content Placeholder 2"/>
          <p:cNvSpPr>
            <a:spLocks noGrp="1"/>
          </p:cNvSpPr>
          <p:nvPr>
            <p:ph idx="1"/>
          </p:nvPr>
        </p:nvSpPr>
        <p:spPr>
          <a:xfrm>
            <a:off x="457200" y="1600200"/>
            <a:ext cx="8229600" cy="2711775"/>
          </a:xfrm>
        </p:spPr>
        <p:txBody>
          <a:bodyPr/>
          <a:lstStyle/>
          <a:p>
            <a:r>
              <a:rPr lang="en-US" dirty="0" smtClean="0"/>
              <a:t>Sections are a means of distributing independent blocks of work to different threads.</a:t>
            </a:r>
          </a:p>
          <a:p>
            <a:r>
              <a:rPr lang="en-US" dirty="0" smtClean="0"/>
              <a:t>For example, you may have three functions that do not update any common data</a:t>
            </a:r>
          </a:p>
          <a:p>
            <a:pPr lvl="1">
              <a:buNone/>
            </a:pPr>
            <a:endParaRPr lang="en-US" dirty="0"/>
          </a:p>
        </p:txBody>
      </p:sp>
      <p:sp>
        <p:nvSpPr>
          <p:cNvPr id="4" name="TextBox 3"/>
          <p:cNvSpPr txBox="1"/>
          <p:nvPr/>
        </p:nvSpPr>
        <p:spPr>
          <a:xfrm>
            <a:off x="2020088" y="4627358"/>
            <a:ext cx="4671947" cy="1477328"/>
          </a:xfrm>
          <a:prstGeom prst="rect">
            <a:avLst/>
          </a:prstGeom>
          <a:noFill/>
        </p:spPr>
        <p:txBody>
          <a:bodyPr wrap="square" rtlCol="0">
            <a:spAutoFit/>
          </a:bodyPr>
          <a:lstStyle/>
          <a:p>
            <a:r>
              <a:rPr lang="en-US" dirty="0" smtClean="0">
                <a:latin typeface="Courier"/>
                <a:cs typeface="Courier"/>
              </a:rPr>
              <a:t>…</a:t>
            </a:r>
          </a:p>
          <a:p>
            <a:r>
              <a:rPr lang="en-US" dirty="0">
                <a:latin typeface="Courier"/>
                <a:cs typeface="Courier"/>
              </a:rPr>
              <a:t>c</a:t>
            </a:r>
            <a:r>
              <a:rPr lang="en-US" dirty="0" smtClean="0">
                <a:latin typeface="Courier"/>
                <a:cs typeface="Courier"/>
              </a:rPr>
              <a:t>all foo1(…)</a:t>
            </a:r>
          </a:p>
          <a:p>
            <a:r>
              <a:rPr lang="en-US" dirty="0">
                <a:latin typeface="Courier"/>
                <a:cs typeface="Courier"/>
              </a:rPr>
              <a:t>c</a:t>
            </a:r>
            <a:r>
              <a:rPr lang="en-US" dirty="0" smtClean="0">
                <a:latin typeface="Courier"/>
                <a:cs typeface="Courier"/>
              </a:rPr>
              <a:t>all foo2(…)</a:t>
            </a:r>
          </a:p>
          <a:p>
            <a:r>
              <a:rPr lang="en-US" dirty="0">
                <a:latin typeface="Courier"/>
                <a:cs typeface="Courier"/>
              </a:rPr>
              <a:t>c</a:t>
            </a:r>
            <a:r>
              <a:rPr lang="en-US" dirty="0" smtClean="0">
                <a:latin typeface="Courier"/>
                <a:cs typeface="Courier"/>
              </a:rPr>
              <a:t>all foo3(…)</a:t>
            </a:r>
          </a:p>
          <a:p>
            <a:r>
              <a:rPr lang="en-US" dirty="0" smtClean="0">
                <a:latin typeface="Courier"/>
                <a:cs typeface="Courier"/>
              </a:rPr>
              <a:t>…</a:t>
            </a: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ourier"/>
                <a:cs typeface="Courier"/>
              </a:rPr>
              <a:t>Section </a:t>
            </a:r>
            <a:r>
              <a:rPr lang="en-US" dirty="0" smtClean="0"/>
              <a:t>directive</a:t>
            </a:r>
            <a:endParaRPr lang="en-US" dirty="0"/>
          </a:p>
        </p:txBody>
      </p:sp>
      <p:sp>
        <p:nvSpPr>
          <p:cNvPr id="3" name="Content Placeholder 2"/>
          <p:cNvSpPr>
            <a:spLocks noGrp="1"/>
          </p:cNvSpPr>
          <p:nvPr>
            <p:ph idx="1"/>
          </p:nvPr>
        </p:nvSpPr>
        <p:spPr>
          <a:xfrm>
            <a:off x="457200" y="1600200"/>
            <a:ext cx="8229600" cy="955625"/>
          </a:xfrm>
        </p:spPr>
        <p:txBody>
          <a:bodyPr>
            <a:normAutofit fontScale="92500" lnSpcReduction="10000"/>
          </a:bodyPr>
          <a:lstStyle/>
          <a:p>
            <a:r>
              <a:rPr lang="en-US" dirty="0" smtClean="0"/>
              <a:t>Using sections, each of these functions can be executed by different threads</a:t>
            </a:r>
            <a:endParaRPr lang="en-US" dirty="0"/>
          </a:p>
        </p:txBody>
      </p:sp>
      <p:sp>
        <p:nvSpPr>
          <p:cNvPr id="4" name="TextBox 3"/>
          <p:cNvSpPr txBox="1"/>
          <p:nvPr/>
        </p:nvSpPr>
        <p:spPr>
          <a:xfrm>
            <a:off x="1505056" y="2932143"/>
            <a:ext cx="6129968" cy="2862323"/>
          </a:xfrm>
          <a:prstGeom prst="rect">
            <a:avLst/>
          </a:prstGeom>
          <a:noFill/>
        </p:spPr>
        <p:txBody>
          <a:bodyPr wrap="square" rtlCol="0">
            <a:spAutoFit/>
          </a:bodyPr>
          <a:lstStyle/>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sections [</a:t>
            </a:r>
            <a:r>
              <a:rPr lang="en-US" i="1" dirty="0" smtClean="0">
                <a:latin typeface="Courier"/>
                <a:cs typeface="Courier"/>
              </a:rPr>
              <a:t>options</a:t>
            </a:r>
            <a:r>
              <a:rPr lang="en-US" dirty="0" smtClean="0">
                <a:latin typeface="Courier"/>
                <a:cs typeface="Courier"/>
              </a:rPr>
              <a:t>]</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section</a:t>
            </a:r>
          </a:p>
          <a:p>
            <a:r>
              <a:rPr lang="en-US" dirty="0">
                <a:solidFill>
                  <a:srgbClr val="FF0000"/>
                </a:solidFill>
                <a:latin typeface="Courier"/>
                <a:cs typeface="Courier"/>
              </a:rPr>
              <a:t>c</a:t>
            </a:r>
            <a:r>
              <a:rPr lang="en-US" dirty="0" smtClean="0">
                <a:solidFill>
                  <a:srgbClr val="FF0000"/>
                </a:solidFill>
                <a:latin typeface="Courier"/>
                <a:cs typeface="Courier"/>
              </a:rPr>
              <a:t>all foo1(…)         !thread 1</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section</a:t>
            </a:r>
          </a:p>
          <a:p>
            <a:r>
              <a:rPr lang="en-US" dirty="0">
                <a:solidFill>
                  <a:srgbClr val="FF0000"/>
                </a:solidFill>
                <a:latin typeface="Courier"/>
                <a:cs typeface="Courier"/>
              </a:rPr>
              <a:t>c</a:t>
            </a:r>
            <a:r>
              <a:rPr lang="en-US" dirty="0" smtClean="0">
                <a:solidFill>
                  <a:srgbClr val="FF0000"/>
                </a:solidFill>
                <a:latin typeface="Courier"/>
                <a:cs typeface="Courier"/>
              </a:rPr>
              <a:t>all foo2(…)         !thread 2</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section</a:t>
            </a:r>
          </a:p>
          <a:p>
            <a:r>
              <a:rPr lang="en-US" dirty="0">
                <a:solidFill>
                  <a:srgbClr val="FF0000"/>
                </a:solidFill>
                <a:latin typeface="Courier"/>
                <a:cs typeface="Courier"/>
              </a:rPr>
              <a:t>c</a:t>
            </a:r>
            <a:r>
              <a:rPr lang="en-US" dirty="0" smtClean="0">
                <a:solidFill>
                  <a:srgbClr val="FF0000"/>
                </a:solidFill>
                <a:latin typeface="Courier"/>
                <a:cs typeface="Courier"/>
              </a:rPr>
              <a:t>all foo3(…)         !thread 3</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a:t>
            </a:r>
            <a:r>
              <a:rPr lang="en-US" dirty="0" err="1" smtClean="0">
                <a:latin typeface="Courier"/>
                <a:cs typeface="Courier"/>
              </a:rPr>
              <a:t>sections[nowait</a:t>
            </a:r>
            <a:r>
              <a:rPr lang="en-US" dirty="0" smtClean="0">
                <a:latin typeface="Courier"/>
                <a:cs typeface="Courier"/>
              </a:rPr>
              <a:t>]</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parallel</a:t>
            </a: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Sections</a:t>
            </a:r>
            <a:endParaRPr lang="en-US" dirty="0"/>
          </a:p>
        </p:txBody>
      </p:sp>
      <p:sp>
        <p:nvSpPr>
          <p:cNvPr id="4" name="Content Placeholder 3"/>
          <p:cNvSpPr>
            <a:spLocks noGrp="1"/>
          </p:cNvSpPr>
          <p:nvPr>
            <p:ph idx="1"/>
          </p:nvPr>
        </p:nvSpPr>
        <p:spPr/>
        <p:txBody>
          <a:bodyPr/>
          <a:lstStyle/>
          <a:p>
            <a:r>
              <a:rPr lang="en-US" dirty="0" smtClean="0"/>
              <a:t>May be the only way to parallelize a region.</a:t>
            </a:r>
          </a:p>
          <a:p>
            <a:r>
              <a:rPr lang="en-US" dirty="0" smtClean="0"/>
              <a:t>If you don’t have enough sections, some threads my be idle.</a:t>
            </a:r>
          </a:p>
          <a:p>
            <a:pPr lvl="1"/>
            <a:r>
              <a:rPr lang="en-US" dirty="0" smtClean="0"/>
              <a:t>Still may be useful and provide a performance boost if you can’t thread your blocks or functions.</a:t>
            </a:r>
          </a:p>
          <a:p>
            <a:r>
              <a:rPr lang="en-US" dirty="0" smtClean="0"/>
              <a:t>Can also use </a:t>
            </a:r>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 sections </a:t>
            </a:r>
            <a:r>
              <a:rPr lang="en-US" dirty="0" smtClean="0"/>
              <a:t>shortcut.</a:t>
            </a: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Workshare</a:t>
            </a:r>
            <a:r>
              <a:rPr lang="en-US" dirty="0" smtClean="0"/>
              <a:t> (Fortran only)</a:t>
            </a:r>
            <a:endParaRPr lang="en-US" dirty="0"/>
          </a:p>
        </p:txBody>
      </p:sp>
      <p:sp>
        <p:nvSpPr>
          <p:cNvPr id="3" name="Content Placeholder 2"/>
          <p:cNvSpPr>
            <a:spLocks noGrp="1"/>
          </p:cNvSpPr>
          <p:nvPr>
            <p:ph idx="1"/>
          </p:nvPr>
        </p:nvSpPr>
        <p:spPr/>
        <p:txBody>
          <a:bodyPr/>
          <a:lstStyle/>
          <a:p>
            <a:r>
              <a:rPr lang="en-US" dirty="0" smtClean="0"/>
              <a:t>In Fortran, the following can be parallelized using the </a:t>
            </a:r>
            <a:r>
              <a:rPr lang="en-US" dirty="0" err="1" smtClean="0">
                <a:latin typeface="Courier"/>
                <a:cs typeface="Courier"/>
              </a:rPr>
              <a:t>workshare</a:t>
            </a:r>
            <a:r>
              <a:rPr lang="en-US" dirty="0" smtClean="0">
                <a:latin typeface="Courier"/>
                <a:cs typeface="Courier"/>
              </a:rPr>
              <a:t> </a:t>
            </a:r>
            <a:r>
              <a:rPr lang="en-US" dirty="0" smtClean="0"/>
              <a:t>directive</a:t>
            </a:r>
          </a:p>
          <a:p>
            <a:pPr lvl="1"/>
            <a:r>
              <a:rPr lang="en-US" dirty="0" err="1">
                <a:latin typeface="Courier"/>
                <a:cs typeface="Courier"/>
              </a:rPr>
              <a:t>f</a:t>
            </a:r>
            <a:r>
              <a:rPr lang="en-US" dirty="0" err="1" smtClean="0">
                <a:latin typeface="Courier"/>
                <a:cs typeface="Courier"/>
              </a:rPr>
              <a:t>orall</a:t>
            </a:r>
            <a:endParaRPr lang="en-US" dirty="0" smtClean="0">
              <a:latin typeface="Courier"/>
              <a:cs typeface="Courier"/>
            </a:endParaRPr>
          </a:p>
          <a:p>
            <a:pPr lvl="1"/>
            <a:r>
              <a:rPr lang="en-US" dirty="0" smtClean="0">
                <a:latin typeface="Courier"/>
                <a:cs typeface="Courier"/>
              </a:rPr>
              <a:t>where</a:t>
            </a:r>
          </a:p>
          <a:p>
            <a:pPr lvl="1"/>
            <a:r>
              <a:rPr lang="en-US" dirty="0" smtClean="0"/>
              <a:t>Array notation expression</a:t>
            </a:r>
          </a:p>
          <a:p>
            <a:pPr lvl="2"/>
            <a:r>
              <a:rPr lang="en-US" dirty="0" smtClean="0"/>
              <a:t> e.g. </a:t>
            </a:r>
            <a:r>
              <a:rPr lang="en-US" dirty="0" smtClean="0">
                <a:latin typeface="Courier"/>
                <a:cs typeface="Courier"/>
              </a:rPr>
              <a:t>A = B + C</a:t>
            </a:r>
            <a:r>
              <a:rPr lang="en-US" dirty="0" smtClean="0"/>
              <a:t>, where </a:t>
            </a:r>
            <a:r>
              <a:rPr lang="en-US" dirty="0" smtClean="0">
                <a:latin typeface="Courier"/>
                <a:cs typeface="Courier"/>
              </a:rPr>
              <a:t>A</a:t>
            </a:r>
            <a:r>
              <a:rPr lang="en-US" dirty="0" smtClean="0"/>
              <a:t>, </a:t>
            </a:r>
            <a:r>
              <a:rPr lang="en-US" dirty="0" smtClean="0">
                <a:latin typeface="Courier"/>
                <a:cs typeface="Courier"/>
              </a:rPr>
              <a:t>B</a:t>
            </a:r>
            <a:r>
              <a:rPr lang="en-US" dirty="0" smtClean="0"/>
              <a:t>, and </a:t>
            </a:r>
            <a:r>
              <a:rPr lang="en-US" dirty="0" smtClean="0">
                <a:latin typeface="Courier"/>
                <a:cs typeface="Courier"/>
              </a:rPr>
              <a:t>C </a:t>
            </a:r>
            <a:r>
              <a:rPr lang="en-US" dirty="0" smtClean="0"/>
              <a:t>are arrays.</a:t>
            </a:r>
          </a:p>
          <a:p>
            <a:pPr lvl="1"/>
            <a:r>
              <a:rPr lang="en-US" dirty="0" smtClean="0"/>
              <a:t>Transformational array functions</a:t>
            </a:r>
          </a:p>
          <a:p>
            <a:pPr lvl="2"/>
            <a:r>
              <a:rPr lang="en-US" dirty="0" smtClean="0"/>
              <a:t>e.g. </a:t>
            </a:r>
            <a:r>
              <a:rPr lang="en-US" dirty="0" err="1" smtClean="0">
                <a:latin typeface="Courier"/>
                <a:cs typeface="Courier"/>
              </a:rPr>
              <a:t>matmul</a:t>
            </a:r>
            <a:r>
              <a:rPr lang="en-US" dirty="0" smtClean="0"/>
              <a:t>, </a:t>
            </a:r>
            <a:r>
              <a:rPr lang="en-US" dirty="0" err="1" smtClean="0">
                <a:latin typeface="Courier"/>
                <a:cs typeface="Courier"/>
              </a:rPr>
              <a:t>dot_product</a:t>
            </a:r>
            <a:r>
              <a:rPr lang="en-US" dirty="0" smtClean="0"/>
              <a:t>, </a:t>
            </a:r>
            <a:r>
              <a:rPr lang="en-US" dirty="0" smtClean="0">
                <a:latin typeface="Courier"/>
                <a:cs typeface="Courier"/>
              </a:rPr>
              <a:t>sum</a:t>
            </a:r>
            <a:r>
              <a:rPr lang="en-US" dirty="0" smtClean="0"/>
              <a:t>, </a:t>
            </a:r>
            <a:r>
              <a:rPr lang="en-US" dirty="0" err="1" smtClean="0">
                <a:latin typeface="Courier"/>
                <a:cs typeface="Courier"/>
              </a:rPr>
              <a:t>maxval</a:t>
            </a:r>
            <a:r>
              <a:rPr lang="en-US" dirty="0" smtClean="0"/>
              <a:t>, </a:t>
            </a:r>
            <a:r>
              <a:rPr lang="en-US" dirty="0" err="1" smtClean="0">
                <a:latin typeface="Courier"/>
                <a:cs typeface="Courier"/>
              </a:rPr>
              <a:t>minval</a:t>
            </a:r>
            <a:r>
              <a:rPr lang="en-US" dirty="0" smtClean="0"/>
              <a:t>, etc.</a:t>
            </a: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Courier"/>
                <a:cs typeface="Courier"/>
              </a:rPr>
              <a:t>w</a:t>
            </a:r>
            <a:r>
              <a:rPr lang="en-US" dirty="0" err="1" smtClean="0">
                <a:latin typeface="Courier"/>
                <a:cs typeface="Courier"/>
              </a:rPr>
              <a:t>orkshare</a:t>
            </a:r>
            <a:r>
              <a:rPr lang="en-US" dirty="0" smtClean="0">
                <a:latin typeface="Courier"/>
                <a:cs typeface="Courier"/>
              </a:rPr>
              <a:t> </a:t>
            </a:r>
            <a:r>
              <a:rPr lang="en-US" dirty="0" smtClean="0"/>
              <a:t>example</a:t>
            </a:r>
            <a:endParaRPr lang="en-US" dirty="0"/>
          </a:p>
        </p:txBody>
      </p:sp>
      <p:sp>
        <p:nvSpPr>
          <p:cNvPr id="4" name="TextBox 3"/>
          <p:cNvSpPr txBox="1"/>
          <p:nvPr/>
        </p:nvSpPr>
        <p:spPr>
          <a:xfrm>
            <a:off x="1505056" y="1417639"/>
            <a:ext cx="6129968" cy="3416320"/>
          </a:xfrm>
          <a:prstGeom prst="rect">
            <a:avLst/>
          </a:prstGeom>
          <a:noFill/>
        </p:spPr>
        <p:txBody>
          <a:bodyPr wrap="square" rtlCol="0">
            <a:spAutoFit/>
          </a:bodyPr>
          <a:lstStyle/>
          <a:p>
            <a:r>
              <a:rPr lang="en-US" dirty="0">
                <a:latin typeface="Courier"/>
                <a:cs typeface="Courier"/>
              </a:rPr>
              <a:t>r</a:t>
            </a:r>
            <a:r>
              <a:rPr lang="en-US" dirty="0" smtClean="0">
                <a:latin typeface="Courier"/>
                <a:cs typeface="Courier"/>
              </a:rPr>
              <a:t>eal(8) :: a(1000), b(1000)</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a:t>
            </a:r>
            <a:r>
              <a:rPr lang="en-US" dirty="0" err="1" smtClean="0">
                <a:latin typeface="Courier"/>
                <a:cs typeface="Courier"/>
              </a:rPr>
              <a:t>workshare</a:t>
            </a:r>
            <a:endParaRPr lang="en-US" dirty="0" smtClean="0">
              <a:latin typeface="Courier"/>
              <a:cs typeface="Courier"/>
            </a:endParaRPr>
          </a:p>
          <a:p>
            <a:endParaRPr lang="en-US" dirty="0" smtClean="0">
              <a:latin typeface="Courier"/>
              <a:cs typeface="Courier"/>
            </a:endParaRPr>
          </a:p>
          <a:p>
            <a:r>
              <a:rPr lang="en-US" dirty="0" err="1">
                <a:latin typeface="Courier"/>
                <a:cs typeface="Courier"/>
              </a:rPr>
              <a:t>f</a:t>
            </a:r>
            <a:r>
              <a:rPr lang="en-US" dirty="0" err="1" smtClean="0">
                <a:latin typeface="Courier"/>
                <a:cs typeface="Courier"/>
              </a:rPr>
              <a:t>orall(i</a:t>
            </a:r>
            <a:r>
              <a:rPr lang="en-US" dirty="0" smtClean="0">
                <a:latin typeface="Courier"/>
                <a:cs typeface="Courier"/>
              </a:rPr>
              <a:t>=1:1000)</a:t>
            </a:r>
          </a:p>
          <a:p>
            <a:r>
              <a:rPr lang="en-US" dirty="0" smtClean="0">
                <a:latin typeface="Courier"/>
                <a:cs typeface="Courier"/>
              </a:rPr>
              <a:t>   </a:t>
            </a:r>
            <a:r>
              <a:rPr lang="en-US" dirty="0" err="1" smtClean="0">
                <a:latin typeface="Courier"/>
                <a:cs typeface="Courier"/>
              </a:rPr>
              <a:t>b(i</a:t>
            </a:r>
            <a:r>
              <a:rPr lang="en-US" dirty="0" smtClean="0">
                <a:latin typeface="Courier"/>
                <a:cs typeface="Courier"/>
              </a:rPr>
              <a:t>) = 10*I</a:t>
            </a:r>
          </a:p>
          <a:p>
            <a:r>
              <a:rPr lang="en-US" dirty="0">
                <a:latin typeface="Courier"/>
                <a:cs typeface="Courier"/>
              </a:rPr>
              <a:t>e</a:t>
            </a:r>
            <a:r>
              <a:rPr lang="en-US" dirty="0" smtClean="0">
                <a:latin typeface="Courier"/>
                <a:cs typeface="Courier"/>
              </a:rPr>
              <a:t>nd </a:t>
            </a:r>
            <a:r>
              <a:rPr lang="en-US" dirty="0" err="1" smtClean="0">
                <a:latin typeface="Courier"/>
                <a:cs typeface="Courier"/>
              </a:rPr>
              <a:t>forall</a:t>
            </a:r>
            <a:endParaRPr lang="en-US" dirty="0" smtClean="0">
              <a:latin typeface="Courier"/>
              <a:cs typeface="Courier"/>
            </a:endParaRPr>
          </a:p>
          <a:p>
            <a:endParaRPr lang="en-US" dirty="0" smtClean="0">
              <a:latin typeface="Courier"/>
              <a:cs typeface="Courier"/>
            </a:endParaRPr>
          </a:p>
          <a:p>
            <a:r>
              <a:rPr lang="en-US" dirty="0">
                <a:latin typeface="Courier"/>
                <a:cs typeface="Courier"/>
              </a:rPr>
              <a:t>a</a:t>
            </a:r>
            <a:r>
              <a:rPr lang="en-US" dirty="0" smtClean="0">
                <a:latin typeface="Courier"/>
                <a:cs typeface="Courier"/>
              </a:rPr>
              <a:t> = a + </a:t>
            </a:r>
            <a:r>
              <a:rPr lang="en-US" dirty="0" err="1" smtClean="0">
                <a:latin typeface="Courier"/>
                <a:cs typeface="Courier"/>
              </a:rPr>
              <a:t>b</a:t>
            </a:r>
            <a:endParaRPr lang="en-US" dirty="0" smtClean="0">
              <a:latin typeface="Courier"/>
              <a:cs typeface="Courier"/>
            </a:endParaRPr>
          </a:p>
          <a:p>
            <a:endParaRPr lang="en-US" dirty="0" smtClean="0">
              <a:latin typeface="Courier"/>
              <a:cs typeface="Courier"/>
            </a:endParaRP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a:t>
            </a:r>
            <a:r>
              <a:rPr lang="en-US" dirty="0" err="1" smtClean="0">
                <a:latin typeface="Courier"/>
                <a:cs typeface="Courier"/>
              </a:rPr>
              <a:t>workshare[nowait</a:t>
            </a:r>
            <a:r>
              <a:rPr lang="en-US" dirty="0" smtClean="0">
                <a:latin typeface="Courier"/>
                <a:cs typeface="Courier"/>
              </a:rPr>
              <a:t>]</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parallel</a:t>
            </a: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Useful links</a:t>
            </a:r>
            <a:endParaRPr lang="en-US" dirty="0"/>
          </a:p>
        </p:txBody>
      </p:sp>
      <p:sp>
        <p:nvSpPr>
          <p:cNvPr id="3" name="Content Placeholder 2"/>
          <p:cNvSpPr>
            <a:spLocks noGrp="1"/>
          </p:cNvSpPr>
          <p:nvPr>
            <p:ph idx="1"/>
          </p:nvPr>
        </p:nvSpPr>
        <p:spPr>
          <a:xfrm>
            <a:off x="457200" y="1600200"/>
            <a:ext cx="8229600" cy="1871687"/>
          </a:xfrm>
        </p:spPr>
        <p:txBody>
          <a:bodyPr>
            <a:normAutofit/>
          </a:bodyPr>
          <a:lstStyle/>
          <a:p>
            <a:r>
              <a:rPr lang="en-US" dirty="0" smtClean="0">
                <a:hlinkClick r:id="rId2"/>
              </a:rPr>
              <a:t>OpenMP Consortium</a:t>
            </a:r>
            <a:endParaRPr lang="en-US" dirty="0" smtClean="0"/>
          </a:p>
          <a:p>
            <a:pPr lvl="1"/>
            <a:r>
              <a:rPr lang="en-US" dirty="0" smtClean="0">
                <a:hlinkClick r:id="rId3"/>
              </a:rPr>
              <a:t>Summary of Fortran Syntax (PDF)</a:t>
            </a:r>
            <a:endParaRPr lang="en-US" dirty="0" smtClean="0"/>
          </a:p>
          <a:p>
            <a:pPr lvl="1"/>
            <a:r>
              <a:rPr lang="en-US" dirty="0" smtClean="0">
                <a:hlinkClick r:id="rId4"/>
              </a:rPr>
              <a:t>Summary of C/C++ Syntax (PDF)</a:t>
            </a:r>
            <a:endParaRPr lang="en-US" dirty="0" smtClean="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86702"/>
          </a:xfrm>
        </p:spPr>
        <p:txBody>
          <a:bodyPr/>
          <a:lstStyle/>
          <a:p>
            <a:r>
              <a:rPr lang="en-US" dirty="0" smtClean="0"/>
              <a:t>Lab 1</a:t>
            </a:r>
            <a:endParaRPr lang="en-US" dirty="0"/>
          </a:p>
        </p:txBody>
      </p:sp>
      <p:sp>
        <p:nvSpPr>
          <p:cNvPr id="3" name="Content Placeholder 2"/>
          <p:cNvSpPr>
            <a:spLocks noGrp="1"/>
          </p:cNvSpPr>
          <p:nvPr>
            <p:ph idx="1"/>
          </p:nvPr>
        </p:nvSpPr>
        <p:spPr>
          <a:xfrm>
            <a:off x="457200" y="1417638"/>
            <a:ext cx="8229600" cy="5069253"/>
          </a:xfrm>
        </p:spPr>
        <p:txBody>
          <a:bodyPr>
            <a:normAutofit fontScale="85000" lnSpcReduction="20000"/>
          </a:bodyPr>
          <a:lstStyle/>
          <a:p>
            <a:r>
              <a:rPr lang="en-US" dirty="0" smtClean="0"/>
              <a:t>You MUST use your course account.</a:t>
            </a:r>
          </a:p>
          <a:p>
            <a:r>
              <a:rPr lang="en-US" dirty="0" err="1" smtClean="0"/>
              <a:t>Ssh</a:t>
            </a:r>
            <a:r>
              <a:rPr lang="en-US" dirty="0" smtClean="0"/>
              <a:t> to </a:t>
            </a:r>
            <a:r>
              <a:rPr lang="en-US" dirty="0" err="1" smtClean="0"/>
              <a:t>ela</a:t>
            </a:r>
            <a:r>
              <a:rPr lang="en-US" dirty="0" smtClean="0"/>
              <a:t>, then </a:t>
            </a:r>
            <a:r>
              <a:rPr lang="en-US" dirty="0" err="1" smtClean="0"/>
              <a:t>ssh</a:t>
            </a:r>
            <a:r>
              <a:rPr lang="en-US" dirty="0" smtClean="0"/>
              <a:t> to </a:t>
            </a:r>
            <a:r>
              <a:rPr lang="en-US" dirty="0" err="1" smtClean="0"/>
              <a:t>palu</a:t>
            </a:r>
            <a:endParaRPr lang="en-US" dirty="0" smtClean="0"/>
          </a:p>
          <a:p>
            <a:r>
              <a:rPr lang="en-US" dirty="0" smtClean="0"/>
              <a:t>Copy homework problems from </a:t>
            </a:r>
          </a:p>
          <a:p>
            <a:pPr lvl="1"/>
            <a:r>
              <a:rPr lang="en-US" dirty="0" smtClean="0"/>
              <a:t>/scratch/palu/course00/intro1.tar</a:t>
            </a:r>
          </a:p>
          <a:p>
            <a:r>
              <a:rPr lang="en-US" dirty="0" smtClean="0"/>
              <a:t>Module load </a:t>
            </a:r>
            <a:r>
              <a:rPr lang="en-US" dirty="0" err="1" smtClean="0"/>
              <a:t>PrgEnv-pgi</a:t>
            </a:r>
            <a:endParaRPr lang="en-US" dirty="0" smtClean="0"/>
          </a:p>
          <a:p>
            <a:r>
              <a:rPr lang="en-US" dirty="0" smtClean="0"/>
              <a:t>Edit ENV file to pick C or Fortran compiler</a:t>
            </a:r>
          </a:p>
          <a:p>
            <a:r>
              <a:rPr lang="en-US" dirty="0" smtClean="0"/>
              <a:t>Each exercise has a build and run script</a:t>
            </a:r>
          </a:p>
          <a:p>
            <a:pPr lvl="1"/>
            <a:r>
              <a:rPr lang="en-US" dirty="0" smtClean="0"/>
              <a:t>./</a:t>
            </a:r>
            <a:r>
              <a:rPr lang="en-US" dirty="0" err="1" smtClean="0"/>
              <a:t>runit</a:t>
            </a:r>
            <a:r>
              <a:rPr lang="en-US" dirty="0" smtClean="0"/>
              <a:t> N</a:t>
            </a:r>
          </a:p>
          <a:p>
            <a:pPr lvl="2"/>
            <a:r>
              <a:rPr lang="en-US" dirty="0" smtClean="0"/>
              <a:t>N = number of threads.	</a:t>
            </a:r>
          </a:p>
          <a:p>
            <a:pPr lvl="2"/>
            <a:r>
              <a:rPr lang="en-US" dirty="0" smtClean="0"/>
              <a:t>Script compiles code, creates a batch script, and launches a batch job.</a:t>
            </a:r>
          </a:p>
          <a:p>
            <a:pPr lvl="2"/>
            <a:r>
              <a:rPr lang="en-US" dirty="0" smtClean="0"/>
              <a:t>Note that most compilers require some kind of flag to compile and link OpenMP programs (e.g. –mp or –</a:t>
            </a:r>
            <a:r>
              <a:rPr lang="en-US" dirty="0" err="1" smtClean="0"/>
              <a:t>openmp</a:t>
            </a:r>
            <a:r>
              <a:rPr lang="en-US" dirty="0" smtClean="0"/>
              <a:t>).</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Lab 1</a:t>
            </a:r>
            <a:endParaRPr lang="en-US" dirty="0"/>
          </a:p>
        </p:txBody>
      </p:sp>
      <p:sp>
        <p:nvSpPr>
          <p:cNvPr id="3" name="Content Placeholder 2"/>
          <p:cNvSpPr>
            <a:spLocks noGrp="1"/>
          </p:cNvSpPr>
          <p:nvPr>
            <p:ph idx="1"/>
          </p:nvPr>
        </p:nvSpPr>
        <p:spPr/>
        <p:txBody>
          <a:bodyPr/>
          <a:lstStyle/>
          <a:p>
            <a:r>
              <a:rPr lang="en-US" dirty="0" smtClean="0">
                <a:solidFill>
                  <a:srgbClr val="FF0000"/>
                </a:solidFill>
              </a:rPr>
              <a:t>Exercise 1</a:t>
            </a:r>
            <a:r>
              <a:rPr lang="en-US" dirty="0" smtClean="0"/>
              <a:t>: Parallel loop with reduction.</a:t>
            </a:r>
          </a:p>
          <a:p>
            <a:pPr lvl="1"/>
            <a:r>
              <a:rPr lang="en-US" dirty="0" smtClean="0"/>
              <a:t>Program integrates a function to determine pi.</a:t>
            </a:r>
          </a:p>
          <a:p>
            <a:pPr lvl="1"/>
            <a:r>
              <a:rPr lang="en-US" dirty="0" smtClean="0"/>
              <a:t>Parallelize the loop and use a reduction.</a:t>
            </a:r>
          </a:p>
          <a:p>
            <a:pPr lvl="1"/>
            <a:r>
              <a:rPr lang="en-US" dirty="0" smtClean="0"/>
              <a:t>Determine speedup for several thread counts.</a:t>
            </a:r>
          </a:p>
          <a:p>
            <a:r>
              <a:rPr lang="en-US" dirty="0" smtClean="0">
                <a:solidFill>
                  <a:srgbClr val="FF0000"/>
                </a:solidFill>
              </a:rPr>
              <a:t>Exercise 2</a:t>
            </a:r>
            <a:r>
              <a:rPr lang="en-US" dirty="0" smtClean="0"/>
              <a:t>: </a:t>
            </a:r>
            <a:r>
              <a:rPr lang="en-US" dirty="0" err="1" smtClean="0"/>
              <a:t>Worksharing</a:t>
            </a:r>
            <a:r>
              <a:rPr lang="en-US" dirty="0" smtClean="0"/>
              <a:t> and sections</a:t>
            </a:r>
          </a:p>
          <a:p>
            <a:pPr lvl="1"/>
            <a:r>
              <a:rPr lang="en-US" dirty="0" smtClean="0"/>
              <a:t>Use </a:t>
            </a:r>
            <a:r>
              <a:rPr lang="en-US" dirty="0" err="1" smtClean="0"/>
              <a:t>worksharing</a:t>
            </a:r>
            <a:r>
              <a:rPr lang="en-US" dirty="0" smtClean="0"/>
              <a:t> to parallelize array constructs</a:t>
            </a:r>
          </a:p>
          <a:p>
            <a:pPr lvl="1"/>
            <a:r>
              <a:rPr lang="en-US" dirty="0" smtClean="0"/>
              <a:t>Use Sections to parallelize functional calls</a:t>
            </a:r>
          </a:p>
          <a:p>
            <a:pPr lvl="1"/>
            <a:r>
              <a:rPr lang="en-US" dirty="0" smtClean="0"/>
              <a:t>Determine speedup for several thread counts.</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Lab 1</a:t>
            </a:r>
            <a:endParaRPr lang="en-US" dirty="0"/>
          </a:p>
        </p:txBody>
      </p:sp>
      <p:sp>
        <p:nvSpPr>
          <p:cNvPr id="3" name="Content Placeholder 2"/>
          <p:cNvSpPr>
            <a:spLocks noGrp="1"/>
          </p:cNvSpPr>
          <p:nvPr>
            <p:ph idx="1"/>
          </p:nvPr>
        </p:nvSpPr>
        <p:spPr/>
        <p:txBody>
          <a:bodyPr/>
          <a:lstStyle/>
          <a:p>
            <a:r>
              <a:rPr lang="en-US" dirty="0" smtClean="0">
                <a:solidFill>
                  <a:srgbClr val="FF0000"/>
                </a:solidFill>
              </a:rPr>
              <a:t>Exercise 3</a:t>
            </a:r>
            <a:r>
              <a:rPr lang="en-US" dirty="0" smtClean="0"/>
              <a:t>: Simple matrix-matrix multiply.</a:t>
            </a:r>
          </a:p>
          <a:p>
            <a:pPr lvl="1"/>
            <a:r>
              <a:rPr lang="en-US" dirty="0" smtClean="0"/>
              <a:t>Parallelize the initializations using sections.</a:t>
            </a:r>
          </a:p>
          <a:p>
            <a:pPr lvl="1"/>
            <a:r>
              <a:rPr lang="en-US" dirty="0" smtClean="0"/>
              <a:t>Parallelize the multiply</a:t>
            </a:r>
          </a:p>
          <a:p>
            <a:pPr lvl="1"/>
            <a:r>
              <a:rPr lang="en-US" dirty="0" smtClean="0"/>
              <a:t>Introduces use of </a:t>
            </a:r>
            <a:r>
              <a:rPr lang="en-US" dirty="0" err="1" smtClean="0"/>
              <a:t>omp_get_thread_num</a:t>
            </a:r>
            <a:r>
              <a:rPr lang="en-US" dirty="0" smtClean="0"/>
              <a:t>() </a:t>
            </a:r>
          </a:p>
          <a:p>
            <a:pPr lvl="2"/>
            <a:r>
              <a:rPr lang="en-US" dirty="0" smtClean="0"/>
              <a:t>Must reside in the $</a:t>
            </a:r>
            <a:r>
              <a:rPr lang="en-US" dirty="0" err="1" smtClean="0"/>
              <a:t>omp</a:t>
            </a:r>
            <a:r>
              <a:rPr lang="en-US" dirty="0" smtClean="0"/>
              <a:t> parallel section</a:t>
            </a:r>
          </a:p>
          <a:p>
            <a:pPr lvl="1"/>
            <a:r>
              <a:rPr lang="en-US" dirty="0" smtClean="0"/>
              <a:t>Determine speedup for various thread counts.</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OpenMP 3.0 features</a:t>
            </a:r>
            <a:endParaRPr lang="en-US" dirty="0"/>
          </a:p>
        </p:txBody>
      </p:sp>
      <p:sp>
        <p:nvSpPr>
          <p:cNvPr id="3" name="Content Placeholder 2"/>
          <p:cNvSpPr>
            <a:spLocks noGrp="1"/>
          </p:cNvSpPr>
          <p:nvPr>
            <p:ph idx="1"/>
          </p:nvPr>
        </p:nvSpPr>
        <p:spPr/>
        <p:txBody>
          <a:bodyPr/>
          <a:lstStyle/>
          <a:p>
            <a:r>
              <a:rPr lang="en-US" dirty="0" smtClean="0"/>
              <a:t>OMP_STACKSIZE</a:t>
            </a:r>
          </a:p>
          <a:p>
            <a:r>
              <a:rPr lang="en-US" dirty="0" smtClean="0"/>
              <a:t>Loop collapsing</a:t>
            </a:r>
          </a:p>
          <a:p>
            <a:r>
              <a:rPr lang="en-US" dirty="0" smtClean="0"/>
              <a:t>Nested parallelism</a:t>
            </a:r>
          </a:p>
          <a:p>
            <a:r>
              <a:rPr lang="en-US" smtClean="0"/>
              <a:t>Tasks</a:t>
            </a:r>
            <a:endParaRPr lang="en-US" dirty="0" smtClean="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OMP_STACKSIZE</a:t>
            </a:r>
            <a:endParaRPr lang="en-US" dirty="0"/>
          </a:p>
        </p:txBody>
      </p:sp>
      <p:sp>
        <p:nvSpPr>
          <p:cNvPr id="3" name="Content Placeholder 2"/>
          <p:cNvSpPr>
            <a:spLocks noGrp="1"/>
          </p:cNvSpPr>
          <p:nvPr>
            <p:ph idx="1"/>
          </p:nvPr>
        </p:nvSpPr>
        <p:spPr/>
        <p:txBody>
          <a:bodyPr/>
          <a:lstStyle/>
          <a:p>
            <a:r>
              <a:rPr lang="en-US" dirty="0" err="1">
                <a:latin typeface="Courier"/>
                <a:cs typeface="Courier"/>
              </a:rPr>
              <a:t>o</a:t>
            </a:r>
            <a:r>
              <a:rPr lang="en-US" dirty="0" err="1" smtClean="0">
                <a:latin typeface="Courier"/>
                <a:cs typeface="Courier"/>
              </a:rPr>
              <a:t>mp_stacksize</a:t>
            </a:r>
            <a:r>
              <a:rPr lang="en-US" dirty="0" smtClean="0">
                <a:latin typeface="Courier"/>
                <a:cs typeface="Courier"/>
              </a:rPr>
              <a:t> </a:t>
            </a:r>
            <a:r>
              <a:rPr lang="en-US" i="1" dirty="0" smtClean="0">
                <a:latin typeface="Courier"/>
                <a:cs typeface="Courier"/>
              </a:rPr>
              <a:t>size</a:t>
            </a:r>
          </a:p>
          <a:p>
            <a:r>
              <a:rPr lang="en-US" dirty="0" smtClean="0">
                <a:cs typeface="Courier"/>
              </a:rPr>
              <a:t>New environment variable that controls the stack size for threads.</a:t>
            </a:r>
          </a:p>
          <a:p>
            <a:pPr lvl="1"/>
            <a:r>
              <a:rPr lang="en-US" dirty="0" smtClean="0">
                <a:cs typeface="Courier"/>
              </a:rPr>
              <a:t>Valid sizes are </a:t>
            </a:r>
            <a:r>
              <a:rPr lang="en-US" i="1" dirty="0" smtClean="0">
                <a:cs typeface="Courier"/>
              </a:rPr>
              <a:t>size</a:t>
            </a:r>
            <a:r>
              <a:rPr lang="en-US" dirty="0" smtClean="0">
                <a:cs typeface="Courier"/>
              </a:rPr>
              <a:t>, </a:t>
            </a:r>
            <a:r>
              <a:rPr lang="en-US" i="1" dirty="0" err="1" smtClean="0">
                <a:cs typeface="Courier"/>
              </a:rPr>
              <a:t>sizeB</a:t>
            </a:r>
            <a:r>
              <a:rPr lang="en-US" dirty="0" smtClean="0">
                <a:cs typeface="Courier"/>
              </a:rPr>
              <a:t>, </a:t>
            </a:r>
            <a:r>
              <a:rPr lang="en-US" i="1" dirty="0" err="1" smtClean="0">
                <a:cs typeface="Courier"/>
              </a:rPr>
              <a:t>sizeK</a:t>
            </a:r>
            <a:r>
              <a:rPr lang="en-US" i="1" dirty="0" smtClean="0">
                <a:cs typeface="Courier"/>
              </a:rPr>
              <a:t>, </a:t>
            </a:r>
            <a:r>
              <a:rPr lang="en-US" i="1" dirty="0" err="1" smtClean="0">
                <a:cs typeface="Courier"/>
              </a:rPr>
              <a:t>sizeM</a:t>
            </a:r>
            <a:r>
              <a:rPr lang="en-US" dirty="0" smtClean="0">
                <a:cs typeface="Courier"/>
              </a:rPr>
              <a:t>, </a:t>
            </a:r>
            <a:r>
              <a:rPr lang="en-US" i="1" dirty="0" err="1" smtClean="0">
                <a:cs typeface="Courier"/>
              </a:rPr>
              <a:t>sizeG</a:t>
            </a:r>
            <a:r>
              <a:rPr lang="en-US" i="1" dirty="0" smtClean="0">
                <a:cs typeface="Courier"/>
              </a:rPr>
              <a:t> </a:t>
            </a:r>
            <a:r>
              <a:rPr lang="en-US" dirty="0" smtClean="0">
                <a:cs typeface="Courier"/>
              </a:rPr>
              <a:t>bytes.</a:t>
            </a:r>
          </a:p>
          <a:p>
            <a:pPr lvl="1"/>
            <a:r>
              <a:rPr lang="en-US" dirty="0" smtClean="0">
                <a:cs typeface="Courier"/>
              </a:rPr>
              <a:t>If B, K, M, G not specified, size is in </a:t>
            </a:r>
            <a:r>
              <a:rPr lang="en-US" dirty="0" err="1" smtClean="0">
                <a:cs typeface="Courier"/>
              </a:rPr>
              <a:t>kilobytes(K</a:t>
            </a:r>
            <a:r>
              <a:rPr lang="en-US" dirty="0" smtClean="0">
                <a:cs typeface="Courier"/>
              </a:rPr>
              <a:t>).</a:t>
            </a:r>
            <a:endParaRPr lang="en-US" dirty="0">
              <a:cs typeface="Courie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Collapse(n</a:t>
            </a:r>
            <a:r>
              <a:rPr lang="en-US" dirty="0" smtClean="0"/>
              <a:t>)</a:t>
            </a:r>
            <a:endParaRPr lang="en-US" dirty="0"/>
          </a:p>
        </p:txBody>
      </p:sp>
      <p:sp>
        <p:nvSpPr>
          <p:cNvPr id="3" name="Content Placeholder 2"/>
          <p:cNvSpPr>
            <a:spLocks noGrp="1"/>
          </p:cNvSpPr>
          <p:nvPr>
            <p:ph idx="1"/>
          </p:nvPr>
        </p:nvSpPr>
        <p:spPr>
          <a:xfrm>
            <a:off x="457200" y="1417638"/>
            <a:ext cx="8229600" cy="1697100"/>
          </a:xfrm>
        </p:spPr>
        <p:txBody>
          <a:bodyPr>
            <a:normAutofit fontScale="92500"/>
          </a:bodyPr>
          <a:lstStyle/>
          <a:p>
            <a:r>
              <a:rPr lang="en-US" dirty="0" smtClean="0"/>
              <a:t>New clause for do/for constructs </a:t>
            </a:r>
          </a:p>
          <a:p>
            <a:r>
              <a:rPr lang="en-US" dirty="0" smtClean="0"/>
              <a:t>Specifies how many loops in a nested loop should be collapsed into one large iteration space.</a:t>
            </a:r>
            <a:endParaRPr lang="en-US" dirty="0"/>
          </a:p>
        </p:txBody>
      </p:sp>
      <p:sp>
        <p:nvSpPr>
          <p:cNvPr id="4" name="TextBox 3"/>
          <p:cNvSpPr txBox="1"/>
          <p:nvPr/>
        </p:nvSpPr>
        <p:spPr>
          <a:xfrm>
            <a:off x="2105955" y="3114738"/>
            <a:ext cx="5863447" cy="2585323"/>
          </a:xfrm>
          <a:prstGeom prst="rect">
            <a:avLst/>
          </a:prstGeom>
          <a:noFill/>
        </p:spPr>
        <p:txBody>
          <a:bodyPr wrap="square" rtlCol="0">
            <a:spAutoFit/>
          </a:bodyPr>
          <a:lstStyle/>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 do collapse(2)</a:t>
            </a:r>
          </a:p>
          <a:p>
            <a:r>
              <a:rPr lang="en-US" dirty="0" smtClean="0">
                <a:latin typeface="Courier"/>
                <a:cs typeface="Courier"/>
              </a:rPr>
              <a:t>DO K = 1, N1</a:t>
            </a:r>
          </a:p>
          <a:p>
            <a:r>
              <a:rPr lang="en-US" dirty="0" smtClean="0">
                <a:latin typeface="Courier"/>
                <a:cs typeface="Courier"/>
              </a:rPr>
              <a:t>   DO J = 1, N2</a:t>
            </a:r>
          </a:p>
          <a:p>
            <a:r>
              <a:rPr lang="en-US" dirty="0" smtClean="0">
                <a:latin typeface="Courier"/>
                <a:cs typeface="Courier"/>
              </a:rPr>
              <a:t>      DO I = 1, N3</a:t>
            </a:r>
          </a:p>
          <a:p>
            <a:r>
              <a:rPr lang="en-US" dirty="0" smtClean="0">
                <a:latin typeface="Courier"/>
                <a:cs typeface="Courier"/>
              </a:rPr>
              <a:t>	      </a:t>
            </a:r>
            <a:r>
              <a:rPr lang="en-US" dirty="0" err="1" smtClean="0">
                <a:latin typeface="Courier"/>
                <a:cs typeface="Courier"/>
              </a:rPr>
              <a:t>a(i,j</a:t>
            </a:r>
            <a:r>
              <a:rPr lang="en-US" dirty="0" smtClean="0">
                <a:latin typeface="Courier"/>
                <a:cs typeface="Courier"/>
              </a:rPr>
              <a:t>) = </a:t>
            </a:r>
            <a:r>
              <a:rPr lang="en-US" dirty="0" err="1" smtClean="0">
                <a:latin typeface="Courier"/>
                <a:cs typeface="Courier"/>
              </a:rPr>
              <a:t>b(i,j</a:t>
            </a:r>
            <a:r>
              <a:rPr lang="en-US" dirty="0" smtClean="0">
                <a:latin typeface="Courier"/>
                <a:cs typeface="Courier"/>
              </a:rPr>
              <a:t>) + </a:t>
            </a:r>
            <a:r>
              <a:rPr lang="en-US" dirty="0" err="1" smtClean="0">
                <a:latin typeface="Courier"/>
                <a:cs typeface="Courier"/>
              </a:rPr>
              <a:t>c(i,j</a:t>
            </a:r>
            <a:r>
              <a:rPr lang="en-US" dirty="0" smtClean="0">
                <a:latin typeface="Courier"/>
                <a:cs typeface="Courier"/>
              </a:rPr>
              <a:t>)</a:t>
            </a:r>
          </a:p>
          <a:p>
            <a:r>
              <a:rPr lang="en-US" dirty="0" smtClean="0">
                <a:latin typeface="Courier"/>
                <a:cs typeface="Courier"/>
              </a:rPr>
              <a:t>      END DO</a:t>
            </a:r>
          </a:p>
          <a:p>
            <a:r>
              <a:rPr lang="en-US" dirty="0" smtClean="0">
                <a:latin typeface="Courier"/>
                <a:cs typeface="Courier"/>
              </a:rPr>
              <a:t>   END DO</a:t>
            </a:r>
          </a:p>
          <a:p>
            <a:r>
              <a:rPr lang="en-US" dirty="0" smtClean="0">
                <a:latin typeface="Courier"/>
                <a:cs typeface="Courier"/>
              </a:rPr>
              <a:t>END DO</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parallel do</a:t>
            </a:r>
          </a:p>
        </p:txBody>
      </p:sp>
      <p:sp>
        <p:nvSpPr>
          <p:cNvPr id="5" name="Content Placeholder 2"/>
          <p:cNvSpPr txBox="1">
            <a:spLocks/>
          </p:cNvSpPr>
          <p:nvPr/>
        </p:nvSpPr>
        <p:spPr>
          <a:xfrm>
            <a:off x="609600" y="5903414"/>
            <a:ext cx="8229600" cy="593129"/>
          </a:xfrm>
          <a:prstGeom prst="rect">
            <a:avLst/>
          </a:prstGeom>
        </p:spPr>
        <p:txBody>
          <a:bodyPr vert="horz" lIns="91440" tIns="45720" rIns="91440" bIns="45720" rtlCol="0">
            <a:normAutofit fontScale="62500" lnSpcReduction="20000"/>
          </a:bodyPr>
          <a:lstStyle/>
          <a:p>
            <a:pPr marL="342900" marR="0" lvl="0" indent="-342900" algn="l" defTabSz="4572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NB: Collapsing down to the innermost</a:t>
            </a:r>
            <a:r>
              <a:rPr kumimoji="0" lang="en-US" sz="3200" b="0" i="0" u="none" strike="noStrike" kern="1200" cap="none" spc="0" normalizeH="0" noProof="0" dirty="0" smtClean="0">
                <a:ln>
                  <a:noFill/>
                </a:ln>
                <a:solidFill>
                  <a:schemeClr val="tx1"/>
                </a:solidFill>
                <a:effectLst/>
                <a:uLnTx/>
                <a:uFillTx/>
                <a:latin typeface="+mn-lt"/>
                <a:ea typeface="+mn-ea"/>
                <a:cs typeface="+mn-cs"/>
              </a:rPr>
              <a:t> loop might inhibit compiler optimizations.</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Nested Parallelism</a:t>
            </a:r>
            <a:endParaRPr lang="en-US" dirty="0"/>
          </a:p>
        </p:txBody>
      </p:sp>
      <p:sp>
        <p:nvSpPr>
          <p:cNvPr id="3" name="Content Placeholder 2"/>
          <p:cNvSpPr>
            <a:spLocks noGrp="1"/>
          </p:cNvSpPr>
          <p:nvPr>
            <p:ph idx="1"/>
          </p:nvPr>
        </p:nvSpPr>
        <p:spPr>
          <a:xfrm>
            <a:off x="457200" y="1600201"/>
            <a:ext cx="8229600" cy="1180218"/>
          </a:xfrm>
        </p:spPr>
        <p:txBody>
          <a:bodyPr/>
          <a:lstStyle/>
          <a:p>
            <a:r>
              <a:rPr lang="en-US" dirty="0" smtClean="0"/>
              <a:t>It is possible to nest parallel sections within other parallel sections</a:t>
            </a:r>
          </a:p>
          <a:p>
            <a:endParaRPr lang="en-US" dirty="0"/>
          </a:p>
        </p:txBody>
      </p:sp>
      <p:sp>
        <p:nvSpPr>
          <p:cNvPr id="5" name="TextBox 4"/>
          <p:cNvSpPr txBox="1"/>
          <p:nvPr/>
        </p:nvSpPr>
        <p:spPr>
          <a:xfrm>
            <a:off x="1733736" y="2837516"/>
            <a:ext cx="5863447" cy="1754327"/>
          </a:xfrm>
          <a:prstGeom prst="rect">
            <a:avLst/>
          </a:prstGeom>
          <a:noFill/>
        </p:spPr>
        <p:txBody>
          <a:bodyPr wrap="square" rtlCol="0">
            <a:spAutoFit/>
          </a:bodyPr>
          <a:lstStyle/>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a:t>
            </a:r>
          </a:p>
          <a:p>
            <a:r>
              <a:rPr lang="en-US" dirty="0" smtClean="0">
                <a:latin typeface="Courier"/>
                <a:cs typeface="Courier"/>
              </a:rPr>
              <a:t>   print *, ‘hello’</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parallel</a:t>
            </a:r>
          </a:p>
          <a:p>
            <a:r>
              <a:rPr lang="en-US" dirty="0" smtClean="0">
                <a:latin typeface="Courier"/>
                <a:cs typeface="Courier"/>
              </a:rPr>
              <a:t>	print *, ‘hi’</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parallel</a:t>
            </a:r>
          </a:p>
          <a:p>
            <a:r>
              <a:rPr lang="en-US" dirty="0" smtClean="0">
                <a:latin typeface="Courier"/>
                <a:cs typeface="Courier"/>
              </a:rPr>
              <a:t>!$</a:t>
            </a:r>
            <a:r>
              <a:rPr lang="en-US" dirty="0" err="1" smtClean="0">
                <a:latin typeface="Courier"/>
                <a:cs typeface="Courier"/>
              </a:rPr>
              <a:t>omp</a:t>
            </a:r>
            <a:r>
              <a:rPr lang="en-US" dirty="0" smtClean="0">
                <a:latin typeface="Courier"/>
                <a:cs typeface="Courier"/>
              </a:rPr>
              <a:t> end parallel </a:t>
            </a:r>
          </a:p>
        </p:txBody>
      </p:sp>
      <p:sp>
        <p:nvSpPr>
          <p:cNvPr id="6" name="Content Placeholder 2"/>
          <p:cNvSpPr txBox="1">
            <a:spLocks/>
          </p:cNvSpPr>
          <p:nvPr/>
        </p:nvSpPr>
        <p:spPr>
          <a:xfrm>
            <a:off x="609600" y="4971731"/>
            <a:ext cx="8229600" cy="1180218"/>
          </a:xfrm>
          <a:prstGeom prst="rect">
            <a:avLst/>
          </a:prstGeom>
        </p:spPr>
        <p:txBody>
          <a:bodyPr vert="horz" lIns="91440" tIns="45720" rIns="91440" bIns="45720" rtlCol="0">
            <a:normAutofit fontScale="85000" lnSpcReduction="20000"/>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Can be useful, say, if individual</a:t>
            </a:r>
            <a:r>
              <a:rPr kumimoji="0" lang="en-US" sz="3200" b="0" i="0" u="none" strike="noStrike" kern="1200" cap="none" spc="0" normalizeH="0" noProof="0" dirty="0" smtClean="0">
                <a:ln>
                  <a:noFill/>
                </a:ln>
                <a:solidFill>
                  <a:schemeClr val="tx1"/>
                </a:solidFill>
                <a:effectLst/>
                <a:uLnTx/>
                <a:uFillTx/>
                <a:latin typeface="+mn-lt"/>
                <a:ea typeface="+mn-ea"/>
                <a:cs typeface="+mn-cs"/>
              </a:rPr>
              <a:t> loops have small counts which would make them inefficient to process in parallel.</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Nested parallelism</a:t>
            </a:r>
            <a:endParaRPr lang="en-US" dirty="0"/>
          </a:p>
        </p:txBody>
      </p:sp>
      <p:sp>
        <p:nvSpPr>
          <p:cNvPr id="3" name="Content Placeholder 2"/>
          <p:cNvSpPr>
            <a:spLocks noGrp="1"/>
          </p:cNvSpPr>
          <p:nvPr>
            <p:ph idx="1"/>
          </p:nvPr>
        </p:nvSpPr>
        <p:spPr/>
        <p:txBody>
          <a:bodyPr/>
          <a:lstStyle/>
          <a:p>
            <a:r>
              <a:rPr lang="en-US" dirty="0" smtClean="0"/>
              <a:t>Nested parallelism needs to be enabled by either</a:t>
            </a:r>
          </a:p>
          <a:p>
            <a:pPr lvl="1"/>
            <a:r>
              <a:rPr lang="en-US" dirty="0" smtClean="0"/>
              <a:t>Setting an environment variable</a:t>
            </a:r>
          </a:p>
          <a:p>
            <a:pPr lvl="2"/>
            <a:r>
              <a:rPr lang="en-US" dirty="0" err="1">
                <a:latin typeface="Courier"/>
                <a:cs typeface="Courier"/>
              </a:rPr>
              <a:t>s</a:t>
            </a:r>
            <a:r>
              <a:rPr lang="en-US" dirty="0" err="1" smtClean="0">
                <a:latin typeface="Courier"/>
                <a:cs typeface="Courier"/>
              </a:rPr>
              <a:t>etenv</a:t>
            </a:r>
            <a:r>
              <a:rPr lang="en-US" dirty="0" smtClean="0">
                <a:latin typeface="Courier"/>
                <a:cs typeface="Courier"/>
              </a:rPr>
              <a:t> OMP_NESTED TRUE</a:t>
            </a:r>
          </a:p>
          <a:p>
            <a:pPr lvl="2"/>
            <a:r>
              <a:rPr lang="en-US" dirty="0" smtClean="0">
                <a:latin typeface="Courier"/>
                <a:cs typeface="Courier"/>
              </a:rPr>
              <a:t>export OMP_NESTED=TRU</a:t>
            </a:r>
          </a:p>
          <a:p>
            <a:pPr lvl="1"/>
            <a:r>
              <a:rPr lang="en-US" dirty="0" smtClean="0">
                <a:cs typeface="Courier"/>
              </a:rPr>
              <a:t>Using the OpenMP run-time library function</a:t>
            </a:r>
          </a:p>
          <a:p>
            <a:pPr lvl="2"/>
            <a:r>
              <a:rPr lang="en-US" dirty="0">
                <a:latin typeface="Courier"/>
                <a:cs typeface="Courier"/>
              </a:rPr>
              <a:t>c</a:t>
            </a:r>
            <a:r>
              <a:rPr lang="en-US" dirty="0" smtClean="0">
                <a:latin typeface="Courier"/>
                <a:cs typeface="Courier"/>
              </a:rPr>
              <a:t>all </a:t>
            </a:r>
            <a:r>
              <a:rPr lang="en-US" dirty="0" err="1" smtClean="0">
                <a:latin typeface="Courier"/>
                <a:cs typeface="Courier"/>
              </a:rPr>
              <a:t>omp_set_nested(.true</a:t>
            </a:r>
            <a:r>
              <a:rPr lang="en-US" dirty="0" smtClean="0">
                <a:latin typeface="Courier"/>
                <a:cs typeface="Courier"/>
              </a:rPr>
              <a:t>.)</a:t>
            </a:r>
          </a:p>
          <a:p>
            <a:r>
              <a:rPr lang="en-US" dirty="0" smtClean="0">
                <a:cs typeface="Courier"/>
              </a:rPr>
              <a:t>Can query to see if nesting is enabled</a:t>
            </a:r>
          </a:p>
          <a:p>
            <a:pPr lvl="1"/>
            <a:r>
              <a:rPr lang="en-US" dirty="0" err="1" smtClean="0">
                <a:latin typeface="Courier"/>
                <a:cs typeface="Courier"/>
              </a:rPr>
              <a:t>omp_get_nested</a:t>
            </a:r>
            <a:r>
              <a:rPr lang="en-US" dirty="0" smtClean="0">
                <a:latin typeface="Courier"/>
                <a:cs typeface="Courier"/>
              </a:rPr>
              <a:t>()</a:t>
            </a:r>
          </a:p>
          <a:p>
            <a:pPr lvl="1"/>
            <a:endParaRPr lang="en-US" dirty="0" smtClean="0">
              <a:cs typeface="Courie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Nested parallelism</a:t>
            </a:r>
            <a:endParaRPr lang="en-US" dirty="0"/>
          </a:p>
        </p:txBody>
      </p:sp>
      <p:sp>
        <p:nvSpPr>
          <p:cNvPr id="3" name="Content Placeholder 2"/>
          <p:cNvSpPr>
            <a:spLocks noGrp="1"/>
          </p:cNvSpPr>
          <p:nvPr>
            <p:ph idx="1"/>
          </p:nvPr>
        </p:nvSpPr>
        <p:spPr/>
        <p:txBody>
          <a:bodyPr/>
          <a:lstStyle/>
          <a:p>
            <a:r>
              <a:rPr lang="en-US" dirty="0" smtClean="0"/>
              <a:t>Unfortunately, nested parallelism is not currently implemented by all vendors.</a:t>
            </a:r>
          </a:p>
          <a:p>
            <a:pPr lvl="1"/>
            <a:r>
              <a:rPr lang="en-US" dirty="0" smtClean="0"/>
              <a:t>Fortran</a:t>
            </a:r>
          </a:p>
          <a:p>
            <a:pPr lvl="2"/>
            <a:r>
              <a:rPr lang="en-US" dirty="0" smtClean="0"/>
              <a:t>PGI	NO</a:t>
            </a:r>
          </a:p>
          <a:p>
            <a:pPr lvl="2"/>
            <a:r>
              <a:rPr lang="en-US" dirty="0" smtClean="0"/>
              <a:t>Cray	YES, need to set </a:t>
            </a:r>
            <a:r>
              <a:rPr lang="en-US" dirty="0" err="1" smtClean="0"/>
              <a:t>omp_set_max_active_levels</a:t>
            </a:r>
            <a:r>
              <a:rPr lang="en-US" dirty="0" smtClean="0"/>
              <a:t>()</a:t>
            </a:r>
          </a:p>
          <a:p>
            <a:pPr lvl="2"/>
            <a:r>
              <a:rPr lang="en-US" dirty="0" smtClean="0"/>
              <a:t>Intel	YES</a:t>
            </a:r>
          </a:p>
          <a:p>
            <a:pPr lvl="1"/>
            <a:r>
              <a:rPr lang="en-US" dirty="0" smtClean="0"/>
              <a:t>The situation should be true for their C/C++ products.</a:t>
            </a: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Tasks</a:t>
            </a:r>
            <a:endParaRPr lang="en-US" dirty="0"/>
          </a:p>
        </p:txBody>
      </p:sp>
      <p:sp>
        <p:nvSpPr>
          <p:cNvPr id="3" name="Content Placeholder 2"/>
          <p:cNvSpPr>
            <a:spLocks noGrp="1"/>
          </p:cNvSpPr>
          <p:nvPr>
            <p:ph idx="1"/>
          </p:nvPr>
        </p:nvSpPr>
        <p:spPr/>
        <p:txBody>
          <a:bodyPr/>
          <a:lstStyle/>
          <a:p>
            <a:r>
              <a:rPr lang="en-US" dirty="0" smtClean="0"/>
              <a:t>Why task parallelism? Gives us an elegant way of dealing with </a:t>
            </a:r>
          </a:p>
          <a:p>
            <a:pPr lvl="1"/>
            <a:r>
              <a:rPr lang="en-US" dirty="0" smtClean="0"/>
              <a:t>Unbounded loops</a:t>
            </a:r>
          </a:p>
          <a:p>
            <a:pPr lvl="1"/>
            <a:r>
              <a:rPr lang="en-US" dirty="0" smtClean="0"/>
              <a:t>Recursive algorithms</a:t>
            </a:r>
          </a:p>
          <a:p>
            <a:pPr lvl="1"/>
            <a:r>
              <a:rPr lang="en-US" dirty="0" smtClean="0"/>
              <a:t>Producer/consumer algorithms</a:t>
            </a:r>
          </a:p>
          <a:p>
            <a:pPr lvl="1"/>
            <a:r>
              <a:rPr lang="en-US" dirty="0" smtClean="0"/>
              <a:t>etc</a:t>
            </a: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list traversal</a:t>
            </a:r>
            <a:endParaRPr lang="en-US" dirty="0"/>
          </a:p>
        </p:txBody>
      </p:sp>
      <p:sp>
        <p:nvSpPr>
          <p:cNvPr id="3" name="Content Placeholder 2"/>
          <p:cNvSpPr>
            <a:spLocks noGrp="1"/>
          </p:cNvSpPr>
          <p:nvPr>
            <p:ph idx="1"/>
          </p:nvPr>
        </p:nvSpPr>
        <p:spPr>
          <a:xfrm>
            <a:off x="457200" y="4367497"/>
            <a:ext cx="8229600" cy="1758665"/>
          </a:xfrm>
        </p:spPr>
        <p:txBody>
          <a:bodyPr>
            <a:normAutofit fontScale="70000" lnSpcReduction="20000"/>
          </a:bodyPr>
          <a:lstStyle/>
          <a:p>
            <a:r>
              <a:rPr lang="en-US" dirty="0" smtClean="0"/>
              <a:t>Awkward</a:t>
            </a:r>
          </a:p>
          <a:p>
            <a:r>
              <a:rPr lang="en-US" dirty="0" smtClean="0"/>
              <a:t>Poor performance</a:t>
            </a:r>
          </a:p>
          <a:p>
            <a:pPr lvl="1"/>
            <a:r>
              <a:rPr lang="en-US" dirty="0" smtClean="0"/>
              <a:t>Only one thread executes </a:t>
            </a:r>
            <a:r>
              <a:rPr lang="en-US" dirty="0" err="1" smtClean="0"/>
              <a:t>foo</a:t>
            </a:r>
            <a:r>
              <a:rPr lang="en-US" dirty="0" smtClean="0"/>
              <a:t> at a time.</a:t>
            </a:r>
          </a:p>
          <a:p>
            <a:pPr lvl="1"/>
            <a:r>
              <a:rPr lang="en-US" dirty="0" smtClean="0"/>
              <a:t>Each thread has to traverse the entire list</a:t>
            </a:r>
          </a:p>
          <a:p>
            <a:pPr lvl="1"/>
            <a:r>
              <a:rPr lang="en-US" dirty="0" smtClean="0"/>
              <a:t>Single directive has a lot of overhead.</a:t>
            </a:r>
            <a:endParaRPr lang="en-US" dirty="0"/>
          </a:p>
        </p:txBody>
      </p:sp>
      <p:sp>
        <p:nvSpPr>
          <p:cNvPr id="4" name="TextBox 3"/>
          <p:cNvSpPr txBox="1"/>
          <p:nvPr/>
        </p:nvSpPr>
        <p:spPr>
          <a:xfrm>
            <a:off x="892711" y="1287082"/>
            <a:ext cx="7254848" cy="2585323"/>
          </a:xfrm>
          <a:prstGeom prst="rect">
            <a:avLst/>
          </a:prstGeom>
          <a:noFill/>
        </p:spPr>
        <p:txBody>
          <a:bodyPr wrap="square" rtlCol="0">
            <a:spAutoFit/>
          </a:bodyPr>
          <a:lstStyle/>
          <a:p>
            <a:r>
              <a:rPr lang="en-US" dirty="0" smtClean="0">
                <a:latin typeface="Courier"/>
                <a:cs typeface="Courier"/>
              </a:rPr>
              <a:t>#</a:t>
            </a:r>
            <a:r>
              <a:rPr lang="en-US" dirty="0" err="1" smtClean="0">
                <a:latin typeface="Courier"/>
                <a:cs typeface="Courier"/>
              </a:rPr>
              <a:t>pragma</a:t>
            </a:r>
            <a:r>
              <a:rPr lang="en-US" dirty="0" smtClean="0">
                <a:latin typeface="Courier"/>
                <a:cs typeface="Courier"/>
              </a:rPr>
              <a:t> </a:t>
            </a:r>
            <a:r>
              <a:rPr lang="en-US" dirty="0" err="1" smtClean="0">
                <a:latin typeface="Courier"/>
                <a:cs typeface="Courier"/>
              </a:rPr>
              <a:t>omp</a:t>
            </a:r>
            <a:r>
              <a:rPr lang="en-US" dirty="0" smtClean="0">
                <a:latin typeface="Courier"/>
                <a:cs typeface="Courier"/>
              </a:rPr>
              <a:t> parallel </a:t>
            </a:r>
            <a:r>
              <a:rPr lang="en-US" dirty="0" err="1" smtClean="0">
                <a:latin typeface="Courier"/>
                <a:cs typeface="Courier"/>
              </a:rPr>
              <a:t>private(ptr</a:t>
            </a:r>
            <a:r>
              <a:rPr lang="en-US" dirty="0" smtClean="0">
                <a:latin typeface="Courier"/>
                <a:cs typeface="Courier"/>
              </a:rPr>
              <a:t>)</a:t>
            </a:r>
          </a:p>
          <a:p>
            <a:r>
              <a:rPr lang="en-US" dirty="0" smtClean="0">
                <a:latin typeface="Courier"/>
                <a:cs typeface="Courier"/>
              </a:rPr>
              <a:t>{</a:t>
            </a:r>
          </a:p>
          <a:p>
            <a:r>
              <a:rPr lang="en-US" dirty="0" smtClean="0">
                <a:latin typeface="Courier"/>
                <a:cs typeface="Courier"/>
              </a:rPr>
              <a:t>	</a:t>
            </a:r>
            <a:r>
              <a:rPr lang="en-US" dirty="0" err="1" smtClean="0">
                <a:latin typeface="Courier"/>
                <a:cs typeface="Courier"/>
              </a:rPr>
              <a:t>ptr</a:t>
            </a:r>
            <a:r>
              <a:rPr lang="en-US" dirty="0" smtClean="0">
                <a:latin typeface="Courier"/>
                <a:cs typeface="Courier"/>
              </a:rPr>
              <a:t> = </a:t>
            </a:r>
            <a:r>
              <a:rPr lang="en-US" dirty="0" err="1" smtClean="0">
                <a:latin typeface="Courier"/>
                <a:cs typeface="Courier"/>
              </a:rPr>
              <a:t>getListHead</a:t>
            </a:r>
            <a:r>
              <a:rPr lang="en-US" dirty="0" smtClean="0">
                <a:latin typeface="Courier"/>
                <a:cs typeface="Courier"/>
              </a:rPr>
              <a:t>();</a:t>
            </a:r>
          </a:p>
          <a:p>
            <a:r>
              <a:rPr lang="en-US" dirty="0" smtClean="0">
                <a:latin typeface="Courier"/>
                <a:cs typeface="Courier"/>
              </a:rPr>
              <a:t>	while( </a:t>
            </a:r>
            <a:r>
              <a:rPr lang="en-US" dirty="0" err="1" smtClean="0">
                <a:latin typeface="Courier"/>
                <a:cs typeface="Courier"/>
              </a:rPr>
              <a:t>ptr</a:t>
            </a:r>
            <a:r>
              <a:rPr lang="en-US" dirty="0" smtClean="0">
                <a:latin typeface="Courier"/>
                <a:cs typeface="Courier"/>
              </a:rPr>
              <a:t> ){</a:t>
            </a:r>
          </a:p>
          <a:p>
            <a:r>
              <a:rPr lang="en-US" dirty="0" smtClean="0">
                <a:latin typeface="Courier"/>
                <a:cs typeface="Courier"/>
              </a:rPr>
              <a:t>	#</a:t>
            </a:r>
            <a:r>
              <a:rPr lang="en-US" dirty="0" err="1" smtClean="0">
                <a:latin typeface="Courier"/>
                <a:cs typeface="Courier"/>
              </a:rPr>
              <a:t>pragma</a:t>
            </a:r>
            <a:r>
              <a:rPr lang="en-US" dirty="0" smtClean="0">
                <a:latin typeface="Courier"/>
                <a:cs typeface="Courier"/>
              </a:rPr>
              <a:t> </a:t>
            </a:r>
            <a:r>
              <a:rPr lang="en-US" dirty="0" err="1" smtClean="0">
                <a:latin typeface="Courier"/>
                <a:cs typeface="Courier"/>
              </a:rPr>
              <a:t>omp</a:t>
            </a:r>
            <a:r>
              <a:rPr lang="en-US" dirty="0" smtClean="0">
                <a:latin typeface="Courier"/>
                <a:cs typeface="Courier"/>
              </a:rPr>
              <a:t> single </a:t>
            </a:r>
            <a:r>
              <a:rPr lang="en-US" dirty="0" err="1" smtClean="0">
                <a:latin typeface="Courier"/>
                <a:cs typeface="Courier"/>
              </a:rPr>
              <a:t>nowait</a:t>
            </a:r>
            <a:endParaRPr lang="en-US" dirty="0" smtClean="0">
              <a:latin typeface="Courier"/>
              <a:cs typeface="Courier"/>
            </a:endParaRPr>
          </a:p>
          <a:p>
            <a:r>
              <a:rPr lang="en-US" dirty="0" smtClean="0">
                <a:latin typeface="Courier"/>
                <a:cs typeface="Courier"/>
              </a:rPr>
              <a:t>		</a:t>
            </a:r>
            <a:r>
              <a:rPr lang="en-US" dirty="0" err="1" smtClean="0">
                <a:latin typeface="Courier"/>
                <a:cs typeface="Courier"/>
              </a:rPr>
              <a:t>foo(ptr</a:t>
            </a:r>
            <a:r>
              <a:rPr lang="en-US" dirty="0" smtClean="0">
                <a:latin typeface="Courier"/>
                <a:cs typeface="Courier"/>
              </a:rPr>
              <a:t>);</a:t>
            </a:r>
          </a:p>
          <a:p>
            <a:r>
              <a:rPr lang="en-US" dirty="0" smtClean="0">
                <a:latin typeface="Courier"/>
                <a:cs typeface="Courier"/>
              </a:rPr>
              <a:t>		</a:t>
            </a:r>
            <a:r>
              <a:rPr lang="en-US" dirty="0" err="1" smtClean="0">
                <a:latin typeface="Courier"/>
                <a:cs typeface="Courier"/>
              </a:rPr>
              <a:t>ptr</a:t>
            </a:r>
            <a:r>
              <a:rPr lang="en-US" dirty="0" smtClean="0">
                <a:latin typeface="Courier"/>
                <a:cs typeface="Courier"/>
              </a:rPr>
              <a:t> = </a:t>
            </a:r>
            <a:r>
              <a:rPr lang="en-US" dirty="0" err="1" smtClean="0">
                <a:latin typeface="Courier"/>
                <a:cs typeface="Courier"/>
              </a:rPr>
              <a:t>nextInList(ptr</a:t>
            </a:r>
            <a:r>
              <a:rPr lang="en-US" dirty="0" smtClean="0">
                <a:latin typeface="Courier"/>
                <a:cs typeface="Courier"/>
              </a:rPr>
              <a:t>);</a:t>
            </a:r>
          </a:p>
          <a:p>
            <a:r>
              <a:rPr lang="en-US" dirty="0" smtClean="0">
                <a:latin typeface="Courier"/>
                <a:cs typeface="Courier"/>
              </a:rPr>
              <a:t>	}</a:t>
            </a:r>
          </a:p>
          <a:p>
            <a:r>
              <a:rPr lang="en-US" dirty="0" smtClean="0">
                <a:latin typeface="Courier"/>
                <a:cs typeface="Courier"/>
              </a:rPr>
              <a:t>}</a:t>
            </a: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2188"/>
          </a:xfrm>
        </p:spPr>
        <p:txBody>
          <a:bodyPr/>
          <a:lstStyle/>
          <a:p>
            <a:r>
              <a:rPr lang="en-US" dirty="0" smtClean="0"/>
              <a:t>Example: tree traversal</a:t>
            </a:r>
            <a:endParaRPr lang="en-US" dirty="0"/>
          </a:p>
        </p:txBody>
      </p:sp>
      <p:sp>
        <p:nvSpPr>
          <p:cNvPr id="3" name="Content Placeholder 2"/>
          <p:cNvSpPr>
            <a:spLocks noGrp="1"/>
          </p:cNvSpPr>
          <p:nvPr>
            <p:ph idx="1"/>
          </p:nvPr>
        </p:nvSpPr>
        <p:spPr>
          <a:xfrm>
            <a:off x="457200" y="4915703"/>
            <a:ext cx="8229600" cy="1649540"/>
          </a:xfrm>
        </p:spPr>
        <p:txBody>
          <a:bodyPr>
            <a:normAutofit fontScale="85000" lnSpcReduction="10000"/>
          </a:bodyPr>
          <a:lstStyle/>
          <a:p>
            <a:r>
              <a:rPr lang="en-US" dirty="0" smtClean="0"/>
              <a:t>Too many parallel sections and synchronizations.</a:t>
            </a:r>
          </a:p>
          <a:p>
            <a:r>
              <a:rPr lang="en-US" dirty="0" smtClean="0"/>
              <a:t>Oversubscription of resources</a:t>
            </a:r>
          </a:p>
          <a:p>
            <a:r>
              <a:rPr lang="en-US" dirty="0" smtClean="0"/>
              <a:t>Load balancing problems (one branch has more work)</a:t>
            </a:r>
          </a:p>
          <a:p>
            <a:pPr>
              <a:buNone/>
            </a:pPr>
            <a:endParaRPr lang="en-US" dirty="0"/>
          </a:p>
        </p:txBody>
      </p:sp>
      <p:sp>
        <p:nvSpPr>
          <p:cNvPr id="4" name="TextBox 3"/>
          <p:cNvSpPr txBox="1"/>
          <p:nvPr/>
        </p:nvSpPr>
        <p:spPr>
          <a:xfrm>
            <a:off x="892711" y="1222383"/>
            <a:ext cx="7254848" cy="3693319"/>
          </a:xfrm>
          <a:prstGeom prst="rect">
            <a:avLst/>
          </a:prstGeom>
          <a:noFill/>
        </p:spPr>
        <p:txBody>
          <a:bodyPr wrap="square" rtlCol="0">
            <a:spAutoFit/>
          </a:bodyPr>
          <a:lstStyle/>
          <a:p>
            <a:r>
              <a:rPr lang="en-US" dirty="0" smtClean="0">
                <a:latin typeface="Courier"/>
                <a:cs typeface="Courier"/>
              </a:rPr>
              <a:t>void </a:t>
            </a:r>
            <a:r>
              <a:rPr lang="en-US" dirty="0" err="1" smtClean="0">
                <a:latin typeface="Courier"/>
                <a:cs typeface="Courier"/>
              </a:rPr>
              <a:t>traverseTree</a:t>
            </a:r>
            <a:r>
              <a:rPr lang="en-US" dirty="0" smtClean="0">
                <a:latin typeface="Courier"/>
                <a:cs typeface="Courier"/>
              </a:rPr>
              <a:t>( Tree *</a:t>
            </a:r>
            <a:r>
              <a:rPr lang="en-US" dirty="0" err="1" smtClean="0">
                <a:latin typeface="Courier"/>
                <a:cs typeface="Courier"/>
              </a:rPr>
              <a:t>ptr</a:t>
            </a:r>
            <a:r>
              <a:rPr lang="en-US" dirty="0" smtClean="0">
                <a:latin typeface="Courier"/>
                <a:cs typeface="Courier"/>
              </a:rPr>
              <a:t>)</a:t>
            </a:r>
          </a:p>
          <a:p>
            <a:r>
              <a:rPr lang="en-US" dirty="0" smtClean="0">
                <a:latin typeface="Courier"/>
                <a:cs typeface="Courier"/>
              </a:rPr>
              <a:t>#</a:t>
            </a:r>
            <a:r>
              <a:rPr lang="en-US" dirty="0" err="1" smtClean="0">
                <a:latin typeface="Courier"/>
                <a:cs typeface="Courier"/>
              </a:rPr>
              <a:t>pragma</a:t>
            </a:r>
            <a:r>
              <a:rPr lang="en-US" dirty="0" smtClean="0">
                <a:latin typeface="Courier"/>
                <a:cs typeface="Courier"/>
              </a:rPr>
              <a:t> </a:t>
            </a:r>
            <a:r>
              <a:rPr lang="en-US" dirty="0" err="1" smtClean="0">
                <a:latin typeface="Courier"/>
                <a:cs typeface="Courier"/>
              </a:rPr>
              <a:t>omp</a:t>
            </a:r>
            <a:r>
              <a:rPr lang="en-US" dirty="0" smtClean="0">
                <a:latin typeface="Courier"/>
                <a:cs typeface="Courier"/>
              </a:rPr>
              <a:t> parallel sections num_threads(2)</a:t>
            </a:r>
          </a:p>
          <a:p>
            <a:r>
              <a:rPr lang="en-US" dirty="0" smtClean="0">
                <a:latin typeface="Courier"/>
                <a:cs typeface="Courier"/>
              </a:rPr>
              <a:t>{</a:t>
            </a:r>
          </a:p>
          <a:p>
            <a:r>
              <a:rPr lang="en-US" dirty="0" smtClean="0">
                <a:latin typeface="Courier"/>
                <a:cs typeface="Courier"/>
              </a:rPr>
              <a:t>#</a:t>
            </a:r>
            <a:r>
              <a:rPr lang="en-US" dirty="0" err="1" smtClean="0">
                <a:latin typeface="Courier"/>
                <a:cs typeface="Courier"/>
              </a:rPr>
              <a:t>pragma</a:t>
            </a:r>
            <a:r>
              <a:rPr lang="en-US" dirty="0" smtClean="0">
                <a:latin typeface="Courier"/>
                <a:cs typeface="Courier"/>
              </a:rPr>
              <a:t> </a:t>
            </a:r>
            <a:r>
              <a:rPr lang="en-US" dirty="0" err="1" smtClean="0">
                <a:latin typeface="Courier"/>
                <a:cs typeface="Courier"/>
              </a:rPr>
              <a:t>omp</a:t>
            </a:r>
            <a:r>
              <a:rPr lang="en-US" dirty="0" smtClean="0">
                <a:latin typeface="Courier"/>
                <a:cs typeface="Courier"/>
              </a:rPr>
              <a:t> section</a:t>
            </a:r>
          </a:p>
          <a:p>
            <a:r>
              <a:rPr lang="en-US" dirty="0" smtClean="0">
                <a:latin typeface="Courier"/>
                <a:cs typeface="Courier"/>
              </a:rPr>
              <a:t>	if( </a:t>
            </a:r>
            <a:r>
              <a:rPr lang="en-US" dirty="0" err="1" smtClean="0">
                <a:latin typeface="Courier"/>
                <a:cs typeface="Courier"/>
              </a:rPr>
              <a:t>ptr</a:t>
            </a:r>
            <a:r>
              <a:rPr lang="en-US" dirty="0" smtClean="0">
                <a:latin typeface="Courier"/>
                <a:cs typeface="Courier"/>
              </a:rPr>
              <a:t>-&gt;right )</a:t>
            </a:r>
          </a:p>
          <a:p>
            <a:r>
              <a:rPr lang="en-US" dirty="0" smtClean="0">
                <a:latin typeface="Courier"/>
                <a:cs typeface="Courier"/>
              </a:rPr>
              <a:t>		</a:t>
            </a:r>
            <a:r>
              <a:rPr lang="en-US" dirty="0" err="1" smtClean="0">
                <a:latin typeface="Courier"/>
                <a:cs typeface="Courier"/>
              </a:rPr>
              <a:t>traverseTree</a:t>
            </a:r>
            <a:r>
              <a:rPr lang="en-US" dirty="0" smtClean="0">
                <a:latin typeface="Courier"/>
                <a:cs typeface="Courier"/>
              </a:rPr>
              <a:t>( </a:t>
            </a:r>
            <a:r>
              <a:rPr lang="en-US" dirty="0" err="1" smtClean="0">
                <a:latin typeface="Courier"/>
                <a:cs typeface="Courier"/>
              </a:rPr>
              <a:t>ptr</a:t>
            </a:r>
            <a:r>
              <a:rPr lang="en-US" dirty="0" smtClean="0">
                <a:latin typeface="Courier"/>
                <a:cs typeface="Courier"/>
              </a:rPr>
              <a:t>-&gt;left );</a:t>
            </a:r>
          </a:p>
          <a:p>
            <a:r>
              <a:rPr lang="en-US" dirty="0" smtClean="0">
                <a:latin typeface="Courier"/>
                <a:cs typeface="Courier"/>
              </a:rPr>
              <a:t>#</a:t>
            </a:r>
            <a:r>
              <a:rPr lang="en-US" dirty="0" err="1" smtClean="0">
                <a:latin typeface="Courier"/>
                <a:cs typeface="Courier"/>
              </a:rPr>
              <a:t>pragma</a:t>
            </a:r>
            <a:r>
              <a:rPr lang="en-US" dirty="0" smtClean="0">
                <a:latin typeface="Courier"/>
                <a:cs typeface="Courier"/>
              </a:rPr>
              <a:t> </a:t>
            </a:r>
            <a:r>
              <a:rPr lang="en-US" dirty="0" err="1" smtClean="0">
                <a:latin typeface="Courier"/>
                <a:cs typeface="Courier"/>
              </a:rPr>
              <a:t>omp</a:t>
            </a:r>
            <a:r>
              <a:rPr lang="en-US" dirty="0" smtClean="0">
                <a:latin typeface="Courier"/>
                <a:cs typeface="Courier"/>
              </a:rPr>
              <a:t> section</a:t>
            </a:r>
          </a:p>
          <a:p>
            <a:r>
              <a:rPr lang="en-US" dirty="0" smtClean="0">
                <a:latin typeface="Courier"/>
                <a:cs typeface="Courier"/>
              </a:rPr>
              <a:t>	if( </a:t>
            </a:r>
            <a:r>
              <a:rPr lang="en-US" dirty="0" err="1" smtClean="0">
                <a:latin typeface="Courier"/>
                <a:cs typeface="Courier"/>
              </a:rPr>
              <a:t>ptr</a:t>
            </a:r>
            <a:r>
              <a:rPr lang="en-US" dirty="0" smtClean="0">
                <a:latin typeface="Courier"/>
                <a:cs typeface="Courier"/>
              </a:rPr>
              <a:t>-&gt;left )</a:t>
            </a:r>
          </a:p>
          <a:p>
            <a:r>
              <a:rPr lang="en-US" dirty="0" smtClean="0">
                <a:latin typeface="Courier"/>
                <a:cs typeface="Courier"/>
              </a:rPr>
              <a:t>		</a:t>
            </a:r>
            <a:r>
              <a:rPr lang="en-US" dirty="0" err="1" smtClean="0">
                <a:latin typeface="Courier"/>
                <a:cs typeface="Courier"/>
              </a:rPr>
              <a:t>traverseTree</a:t>
            </a:r>
            <a:r>
              <a:rPr lang="en-US" dirty="0" smtClean="0">
                <a:latin typeface="Courier"/>
                <a:cs typeface="Courier"/>
              </a:rPr>
              <a:t>( </a:t>
            </a:r>
            <a:r>
              <a:rPr lang="en-US" dirty="0" err="1" smtClean="0">
                <a:latin typeface="Courier"/>
                <a:cs typeface="Courier"/>
              </a:rPr>
              <a:t>ptr</a:t>
            </a:r>
            <a:r>
              <a:rPr lang="en-US" dirty="0" smtClean="0">
                <a:latin typeface="Courier"/>
                <a:cs typeface="Courier"/>
              </a:rPr>
              <a:t>-&gt;right );</a:t>
            </a:r>
          </a:p>
          <a:p>
            <a:r>
              <a:rPr lang="en-US" dirty="0" smtClean="0">
                <a:latin typeface="Courier"/>
                <a:cs typeface="Courier"/>
              </a:rPr>
              <a:t>}</a:t>
            </a:r>
          </a:p>
          <a:p>
            <a:endParaRPr lang="en-US" dirty="0" smtClean="0">
              <a:latin typeface="Courier"/>
              <a:cs typeface="Courier"/>
            </a:endParaRPr>
          </a:p>
          <a:p>
            <a:r>
              <a:rPr lang="en-US" dirty="0" err="1" smtClean="0">
                <a:latin typeface="Courier"/>
                <a:cs typeface="Courier"/>
              </a:rPr>
              <a:t>doSomething(ptr</a:t>
            </a:r>
            <a:r>
              <a:rPr lang="en-US" dirty="0" smtClean="0">
                <a:latin typeface="Courier"/>
                <a:cs typeface="Courier"/>
              </a:rPr>
              <a:t>);</a:t>
            </a:r>
          </a:p>
          <a:p>
            <a:endParaRPr lang="en-US" dirty="0" smtClean="0">
              <a:latin typeface="Courier"/>
              <a:cs typeface="Courie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Tasks</a:t>
            </a:r>
            <a:endParaRPr lang="en-US" dirty="0"/>
          </a:p>
        </p:txBody>
      </p:sp>
      <p:sp>
        <p:nvSpPr>
          <p:cNvPr id="3" name="Content Placeholder 2"/>
          <p:cNvSpPr>
            <a:spLocks noGrp="1"/>
          </p:cNvSpPr>
          <p:nvPr>
            <p:ph idx="1"/>
          </p:nvPr>
        </p:nvSpPr>
        <p:spPr/>
        <p:txBody>
          <a:bodyPr/>
          <a:lstStyle/>
          <a:p>
            <a:r>
              <a:rPr lang="en-US" dirty="0" smtClean="0"/>
              <a:t>Tasks are work units which may execute immediately or be deferred.</a:t>
            </a:r>
          </a:p>
          <a:p>
            <a:r>
              <a:rPr lang="en-US" dirty="0" smtClean="0"/>
              <a:t>Tasks are composed of</a:t>
            </a:r>
          </a:p>
          <a:p>
            <a:pPr lvl="1"/>
            <a:r>
              <a:rPr lang="en-US" dirty="0" smtClean="0"/>
              <a:t>Code blocks to execute</a:t>
            </a:r>
          </a:p>
          <a:p>
            <a:pPr lvl="1"/>
            <a:r>
              <a:rPr lang="en-US" dirty="0" smtClean="0"/>
              <a:t>A data environment</a:t>
            </a:r>
          </a:p>
          <a:p>
            <a:pPr lvl="2"/>
            <a:r>
              <a:rPr lang="en-US" dirty="0" smtClean="0"/>
              <a:t>Initialized when the work unit is created</a:t>
            </a:r>
          </a:p>
          <a:p>
            <a:pPr lvl="1"/>
            <a:r>
              <a:rPr lang="en-US" dirty="0" smtClean="0"/>
              <a:t>Internal control variables</a:t>
            </a:r>
          </a:p>
          <a:p>
            <a:pPr lvl="1"/>
            <a:endParaRPr lang="en-US" dirty="0" smtClean="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directive</a:t>
            </a:r>
            <a:endParaRPr lang="en-US" dirty="0"/>
          </a:p>
        </p:txBody>
      </p:sp>
      <p:sp>
        <p:nvSpPr>
          <p:cNvPr id="3" name="Content Placeholder 2"/>
          <p:cNvSpPr>
            <a:spLocks noGrp="1"/>
          </p:cNvSpPr>
          <p:nvPr>
            <p:ph idx="1"/>
          </p:nvPr>
        </p:nvSpPr>
        <p:spPr/>
        <p:txBody>
          <a:bodyPr/>
          <a:lstStyle/>
          <a:p>
            <a:r>
              <a:rPr lang="en-US" dirty="0" smtClean="0">
                <a:latin typeface="Courier"/>
                <a:cs typeface="Courier"/>
              </a:rPr>
              <a:t>!$</a:t>
            </a:r>
            <a:r>
              <a:rPr lang="en-US" dirty="0" err="1" smtClean="0">
                <a:latin typeface="Courier"/>
                <a:cs typeface="Courier"/>
              </a:rPr>
              <a:t>omp</a:t>
            </a:r>
            <a:r>
              <a:rPr lang="en-US" dirty="0" smtClean="0">
                <a:latin typeface="Courier"/>
                <a:cs typeface="Courier"/>
              </a:rPr>
              <a:t> task / !$</a:t>
            </a:r>
            <a:r>
              <a:rPr lang="en-US" dirty="0" err="1" smtClean="0">
                <a:latin typeface="Courier"/>
                <a:cs typeface="Courier"/>
              </a:rPr>
              <a:t>omp</a:t>
            </a:r>
            <a:r>
              <a:rPr lang="en-US" dirty="0" smtClean="0">
                <a:latin typeface="Courier"/>
                <a:cs typeface="Courier"/>
              </a:rPr>
              <a:t> end task</a:t>
            </a:r>
          </a:p>
          <a:p>
            <a:r>
              <a:rPr lang="en-US" dirty="0" smtClean="0">
                <a:latin typeface="Courier"/>
                <a:cs typeface="Courier"/>
              </a:rPr>
              <a:t>#</a:t>
            </a:r>
            <a:r>
              <a:rPr lang="en-US" dirty="0" err="1" smtClean="0">
                <a:latin typeface="Courier"/>
                <a:cs typeface="Courier"/>
              </a:rPr>
              <a:t>pragma</a:t>
            </a:r>
            <a:r>
              <a:rPr lang="en-US" dirty="0" smtClean="0">
                <a:latin typeface="Courier"/>
                <a:cs typeface="Courier"/>
              </a:rPr>
              <a:t> </a:t>
            </a:r>
            <a:r>
              <a:rPr lang="en-US" dirty="0" err="1" smtClean="0">
                <a:latin typeface="Courier"/>
                <a:cs typeface="Courier"/>
              </a:rPr>
              <a:t>omp</a:t>
            </a:r>
            <a:r>
              <a:rPr lang="en-US" dirty="0" smtClean="0">
                <a:latin typeface="Courier"/>
                <a:cs typeface="Courier"/>
              </a:rPr>
              <a:t> task</a:t>
            </a:r>
          </a:p>
          <a:p>
            <a:r>
              <a:rPr lang="en-US" dirty="0" smtClean="0"/>
              <a:t>Can be nested inside</a:t>
            </a:r>
          </a:p>
          <a:p>
            <a:pPr lvl="1"/>
            <a:r>
              <a:rPr lang="en-US" dirty="0" smtClean="0"/>
              <a:t>Parallel regions</a:t>
            </a:r>
          </a:p>
          <a:p>
            <a:pPr lvl="1"/>
            <a:r>
              <a:rPr lang="en-US" dirty="0" smtClean="0"/>
              <a:t>Other tasks</a:t>
            </a:r>
          </a:p>
          <a:p>
            <a:pPr lvl="1"/>
            <a:r>
              <a:rPr lang="en-US" dirty="0" smtClean="0"/>
              <a:t>Inside </a:t>
            </a:r>
            <a:r>
              <a:rPr lang="en-US" dirty="0" err="1" smtClean="0"/>
              <a:t>worksharing</a:t>
            </a:r>
            <a:r>
              <a:rPr lang="en-US" dirty="0" smtClean="0"/>
              <a:t> constructs</a:t>
            </a:r>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with tasks</a:t>
            </a:r>
            <a:endParaRPr lang="en-US" dirty="0"/>
          </a:p>
        </p:txBody>
      </p:sp>
      <p:sp>
        <p:nvSpPr>
          <p:cNvPr id="3" name="Content Placeholder 2"/>
          <p:cNvSpPr>
            <a:spLocks noGrp="1"/>
          </p:cNvSpPr>
          <p:nvPr>
            <p:ph idx="1"/>
          </p:nvPr>
        </p:nvSpPr>
        <p:spPr>
          <a:xfrm>
            <a:off x="457200" y="5045360"/>
            <a:ext cx="8229600" cy="445843"/>
          </a:xfrm>
        </p:spPr>
        <p:txBody>
          <a:bodyPr>
            <a:normAutofit fontScale="85000" lnSpcReduction="20000"/>
          </a:bodyPr>
          <a:lstStyle/>
          <a:p>
            <a:r>
              <a:rPr lang="en-US" dirty="0" smtClean="0"/>
              <a:t>What is the scope of </a:t>
            </a:r>
            <a:r>
              <a:rPr lang="en-US" dirty="0" err="1" smtClean="0">
                <a:latin typeface="Courier"/>
                <a:cs typeface="Courier"/>
              </a:rPr>
              <a:t>ptr</a:t>
            </a:r>
            <a:r>
              <a:rPr lang="en-US" dirty="0" smtClean="0">
                <a:latin typeface="Courier"/>
                <a:cs typeface="Courier"/>
              </a:rPr>
              <a:t> </a:t>
            </a:r>
            <a:r>
              <a:rPr lang="en-US" dirty="0" smtClean="0">
                <a:cs typeface="Courier"/>
              </a:rPr>
              <a:t>for each task</a:t>
            </a:r>
            <a:r>
              <a:rPr lang="en-US" dirty="0" smtClean="0"/>
              <a:t>?</a:t>
            </a:r>
            <a:endParaRPr lang="en-US" dirty="0"/>
          </a:p>
        </p:txBody>
      </p:sp>
      <p:sp>
        <p:nvSpPr>
          <p:cNvPr id="4" name="TextBox 3"/>
          <p:cNvSpPr txBox="1"/>
          <p:nvPr/>
        </p:nvSpPr>
        <p:spPr>
          <a:xfrm>
            <a:off x="892711" y="1417638"/>
            <a:ext cx="7254848" cy="3416320"/>
          </a:xfrm>
          <a:prstGeom prst="rect">
            <a:avLst/>
          </a:prstGeom>
          <a:noFill/>
        </p:spPr>
        <p:txBody>
          <a:bodyPr wrap="square" rtlCol="0">
            <a:spAutoFit/>
          </a:bodyPr>
          <a:lstStyle/>
          <a:p>
            <a:r>
              <a:rPr lang="en-US" dirty="0" smtClean="0">
                <a:latin typeface="Courier"/>
                <a:cs typeface="Courier"/>
              </a:rPr>
              <a:t>#</a:t>
            </a:r>
            <a:r>
              <a:rPr lang="en-US" dirty="0" err="1" smtClean="0">
                <a:latin typeface="Courier"/>
                <a:cs typeface="Courier"/>
              </a:rPr>
              <a:t>pragma</a:t>
            </a:r>
            <a:r>
              <a:rPr lang="en-US" dirty="0" smtClean="0">
                <a:latin typeface="Courier"/>
                <a:cs typeface="Courier"/>
              </a:rPr>
              <a:t> </a:t>
            </a:r>
            <a:r>
              <a:rPr lang="en-US" dirty="0" err="1" smtClean="0">
                <a:latin typeface="Courier"/>
                <a:cs typeface="Courier"/>
              </a:rPr>
              <a:t>omp</a:t>
            </a:r>
            <a:r>
              <a:rPr lang="en-US" dirty="0" smtClean="0">
                <a:latin typeface="Courier"/>
                <a:cs typeface="Courier"/>
              </a:rPr>
              <a:t> parallel</a:t>
            </a:r>
          </a:p>
          <a:p>
            <a:r>
              <a:rPr lang="en-US" dirty="0" smtClean="0">
                <a:latin typeface="Courier"/>
                <a:cs typeface="Courier"/>
              </a:rPr>
              <a:t>{</a:t>
            </a:r>
          </a:p>
          <a:p>
            <a:r>
              <a:rPr lang="en-US" dirty="0" smtClean="0">
                <a:latin typeface="Courier"/>
                <a:cs typeface="Courier"/>
              </a:rPr>
              <a:t>	#</a:t>
            </a:r>
            <a:r>
              <a:rPr lang="en-US" dirty="0" err="1" smtClean="0">
                <a:latin typeface="Courier"/>
                <a:cs typeface="Courier"/>
              </a:rPr>
              <a:t>pragma</a:t>
            </a:r>
            <a:r>
              <a:rPr lang="en-US" dirty="0" smtClean="0">
                <a:latin typeface="Courier"/>
                <a:cs typeface="Courier"/>
              </a:rPr>
              <a:t> </a:t>
            </a:r>
            <a:r>
              <a:rPr lang="en-US" dirty="0" err="1" smtClean="0">
                <a:latin typeface="Courier"/>
                <a:cs typeface="Courier"/>
              </a:rPr>
              <a:t>omp</a:t>
            </a:r>
            <a:r>
              <a:rPr lang="en-US" dirty="0" smtClean="0">
                <a:latin typeface="Courier"/>
                <a:cs typeface="Courier"/>
              </a:rPr>
              <a:t> single</a:t>
            </a:r>
          </a:p>
          <a:p>
            <a:r>
              <a:rPr lang="en-US" dirty="0" smtClean="0">
                <a:latin typeface="Courier"/>
                <a:cs typeface="Courier"/>
              </a:rPr>
              <a:t>	{</a:t>
            </a:r>
          </a:p>
          <a:p>
            <a:r>
              <a:rPr lang="en-US" dirty="0" smtClean="0">
                <a:latin typeface="Courier"/>
                <a:cs typeface="Courier"/>
              </a:rPr>
              <a:t>		</a:t>
            </a:r>
            <a:r>
              <a:rPr lang="en-US" dirty="0" err="1" smtClean="0">
                <a:latin typeface="Courier"/>
                <a:cs typeface="Courier"/>
              </a:rPr>
              <a:t>ptr</a:t>
            </a:r>
            <a:r>
              <a:rPr lang="en-US" dirty="0" smtClean="0">
                <a:latin typeface="Courier"/>
                <a:cs typeface="Courier"/>
              </a:rPr>
              <a:t> = </a:t>
            </a:r>
            <a:r>
              <a:rPr lang="en-US" dirty="0" err="1" smtClean="0">
                <a:latin typeface="Courier"/>
                <a:cs typeface="Courier"/>
              </a:rPr>
              <a:t>getListHead</a:t>
            </a:r>
            <a:r>
              <a:rPr lang="en-US" dirty="0" smtClean="0">
                <a:latin typeface="Courier"/>
                <a:cs typeface="Courier"/>
              </a:rPr>
              <a:t>();</a:t>
            </a:r>
          </a:p>
          <a:p>
            <a:r>
              <a:rPr lang="en-US" dirty="0" smtClean="0">
                <a:latin typeface="Courier"/>
                <a:cs typeface="Courier"/>
              </a:rPr>
              <a:t>		while( </a:t>
            </a:r>
            <a:r>
              <a:rPr lang="en-US" dirty="0" err="1" smtClean="0">
                <a:latin typeface="Courier"/>
                <a:cs typeface="Courier"/>
              </a:rPr>
              <a:t>ptr</a:t>
            </a:r>
            <a:r>
              <a:rPr lang="en-US" dirty="0" smtClean="0">
                <a:latin typeface="Courier"/>
                <a:cs typeface="Courier"/>
              </a:rPr>
              <a:t> ){</a:t>
            </a:r>
          </a:p>
          <a:p>
            <a:r>
              <a:rPr lang="en-US" dirty="0" smtClean="0">
                <a:latin typeface="Courier"/>
                <a:cs typeface="Courier"/>
              </a:rPr>
              <a:t>			#</a:t>
            </a:r>
            <a:r>
              <a:rPr lang="en-US" dirty="0" err="1" smtClean="0">
                <a:latin typeface="Courier"/>
                <a:cs typeface="Courier"/>
              </a:rPr>
              <a:t>pragma</a:t>
            </a:r>
            <a:r>
              <a:rPr lang="en-US" dirty="0" smtClean="0">
                <a:latin typeface="Courier"/>
                <a:cs typeface="Courier"/>
              </a:rPr>
              <a:t> </a:t>
            </a:r>
            <a:r>
              <a:rPr lang="en-US" dirty="0" err="1" smtClean="0">
                <a:latin typeface="Courier"/>
                <a:cs typeface="Courier"/>
              </a:rPr>
              <a:t>omp</a:t>
            </a:r>
            <a:r>
              <a:rPr lang="en-US" dirty="0" smtClean="0">
                <a:latin typeface="Courier"/>
                <a:cs typeface="Courier"/>
              </a:rPr>
              <a:t> task</a:t>
            </a:r>
          </a:p>
          <a:p>
            <a:r>
              <a:rPr lang="en-US" dirty="0" smtClean="0">
                <a:latin typeface="Courier"/>
                <a:cs typeface="Courier"/>
              </a:rPr>
              <a:t>				</a:t>
            </a:r>
            <a:r>
              <a:rPr lang="en-US" dirty="0" err="1" smtClean="0">
                <a:latin typeface="Courier"/>
                <a:cs typeface="Courier"/>
              </a:rPr>
              <a:t>foo(ptr</a:t>
            </a:r>
            <a:r>
              <a:rPr lang="en-US" dirty="0" smtClean="0">
                <a:latin typeface="Courier"/>
                <a:cs typeface="Courier"/>
              </a:rPr>
              <a:t>);</a:t>
            </a:r>
          </a:p>
          <a:p>
            <a:r>
              <a:rPr lang="en-US" dirty="0" smtClean="0">
                <a:latin typeface="Courier"/>
                <a:cs typeface="Courier"/>
              </a:rPr>
              <a:t>			</a:t>
            </a:r>
            <a:r>
              <a:rPr lang="en-US" dirty="0" err="1" smtClean="0">
                <a:latin typeface="Courier"/>
                <a:cs typeface="Courier"/>
              </a:rPr>
              <a:t>ptr</a:t>
            </a:r>
            <a:r>
              <a:rPr lang="en-US" dirty="0" smtClean="0">
                <a:latin typeface="Courier"/>
                <a:cs typeface="Courier"/>
              </a:rPr>
              <a:t> = </a:t>
            </a:r>
            <a:r>
              <a:rPr lang="en-US" dirty="0" err="1" smtClean="0">
                <a:latin typeface="Courier"/>
                <a:cs typeface="Courier"/>
              </a:rPr>
              <a:t>nextInList(ptr</a:t>
            </a:r>
            <a:r>
              <a:rPr lang="en-US" dirty="0" smtClean="0">
                <a:latin typeface="Courier"/>
                <a:cs typeface="Courier"/>
              </a:rPr>
              <a:t>);</a:t>
            </a:r>
          </a:p>
          <a:p>
            <a:r>
              <a:rPr lang="en-US" dirty="0" smtClean="0">
                <a:latin typeface="Courier"/>
                <a:cs typeface="Courier"/>
              </a:rPr>
              <a:t>		}</a:t>
            </a:r>
          </a:p>
          <a:p>
            <a:r>
              <a:rPr lang="en-US" dirty="0" smtClean="0">
                <a:latin typeface="Courier"/>
                <a:cs typeface="Courier"/>
              </a:rPr>
              <a:t>	}</a:t>
            </a:r>
          </a:p>
          <a:p>
            <a:r>
              <a:rPr lang="en-US" dirty="0" smtClean="0">
                <a:latin typeface="Courier"/>
                <a:cs typeface="Courier"/>
              </a:rPr>
              <a:t>}</a:t>
            </a: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Scoping for tasks</a:t>
            </a:r>
            <a:endParaRPr lang="en-US" dirty="0"/>
          </a:p>
        </p:txBody>
      </p:sp>
      <p:sp>
        <p:nvSpPr>
          <p:cNvPr id="3" name="Content Placeholder 2"/>
          <p:cNvSpPr>
            <a:spLocks noGrp="1"/>
          </p:cNvSpPr>
          <p:nvPr>
            <p:ph idx="1"/>
          </p:nvPr>
        </p:nvSpPr>
        <p:spPr/>
        <p:txBody>
          <a:bodyPr>
            <a:normAutofit fontScale="92500" lnSpcReduction="10000"/>
          </a:bodyPr>
          <a:lstStyle/>
          <a:p>
            <a:r>
              <a:rPr lang="en-US" dirty="0" err="1" smtClean="0">
                <a:latin typeface="Courier"/>
                <a:cs typeface="Courier"/>
              </a:rPr>
              <a:t>shared(</a:t>
            </a:r>
            <a:r>
              <a:rPr lang="en-US" i="1" dirty="0" err="1" smtClean="0">
                <a:latin typeface="Courier"/>
                <a:cs typeface="Courier"/>
              </a:rPr>
              <a:t>list</a:t>
            </a:r>
            <a:r>
              <a:rPr lang="en-US" dirty="0" smtClean="0">
                <a:latin typeface="Courier"/>
                <a:cs typeface="Courier"/>
              </a:rPr>
              <a:t>)</a:t>
            </a:r>
          </a:p>
          <a:p>
            <a:r>
              <a:rPr lang="en-US" dirty="0" err="1" smtClean="0">
                <a:latin typeface="Courier"/>
                <a:cs typeface="Courier"/>
              </a:rPr>
              <a:t>private(list</a:t>
            </a:r>
            <a:r>
              <a:rPr lang="en-US" dirty="0" smtClean="0">
                <a:latin typeface="Courier"/>
                <a:cs typeface="Courier"/>
              </a:rPr>
              <a:t>)</a:t>
            </a:r>
          </a:p>
          <a:p>
            <a:r>
              <a:rPr lang="en-US" dirty="0" err="1" smtClean="0">
                <a:latin typeface="Courier"/>
                <a:cs typeface="Courier"/>
              </a:rPr>
              <a:t>firstprivate(list</a:t>
            </a:r>
            <a:r>
              <a:rPr lang="en-US" dirty="0" smtClean="0">
                <a:latin typeface="Courier"/>
                <a:cs typeface="Courier"/>
              </a:rPr>
              <a:t>)</a:t>
            </a:r>
          </a:p>
          <a:p>
            <a:pPr lvl="1"/>
            <a:r>
              <a:rPr lang="en-US" dirty="0" smtClean="0"/>
              <a:t>Data is copied at creation</a:t>
            </a:r>
          </a:p>
          <a:p>
            <a:r>
              <a:rPr lang="en-US" dirty="0" err="1" smtClean="0">
                <a:latin typeface="Courier"/>
                <a:cs typeface="Courier"/>
              </a:rPr>
              <a:t>default(shared|none</a:t>
            </a:r>
            <a:r>
              <a:rPr lang="en-US" dirty="0" smtClean="0">
                <a:latin typeface="Courier"/>
                <a:cs typeface="Courier"/>
              </a:rPr>
              <a:t>)</a:t>
            </a:r>
          </a:p>
          <a:p>
            <a:r>
              <a:rPr lang="en-US" dirty="0" smtClean="0">
                <a:cs typeface="Courier"/>
              </a:rPr>
              <a:t>Global variables are shared</a:t>
            </a:r>
          </a:p>
          <a:p>
            <a:r>
              <a:rPr lang="en-US" dirty="0" smtClean="0">
                <a:cs typeface="Courier"/>
              </a:rPr>
              <a:t>Otherwise</a:t>
            </a:r>
          </a:p>
          <a:p>
            <a:pPr lvl="1"/>
            <a:r>
              <a:rPr lang="en-US" dirty="0" err="1" smtClean="0">
                <a:latin typeface="Courier"/>
                <a:cs typeface="Courier"/>
              </a:rPr>
              <a:t>firstprivate</a:t>
            </a:r>
            <a:endParaRPr lang="en-US" dirty="0" smtClean="0">
              <a:latin typeface="Courier"/>
              <a:cs typeface="Courier"/>
            </a:endParaRPr>
          </a:p>
          <a:p>
            <a:pPr lvl="1"/>
            <a:r>
              <a:rPr lang="en-US" dirty="0" smtClean="0">
                <a:latin typeface="Courier"/>
                <a:cs typeface="Courier"/>
              </a:rPr>
              <a:t>shared </a:t>
            </a:r>
            <a:r>
              <a:rPr lang="en-US" dirty="0" smtClean="0">
                <a:cs typeface="Courier"/>
              </a:rPr>
              <a:t>if specified</a:t>
            </a:r>
            <a:endParaRPr lang="en-US" dirty="0">
              <a:cs typeface="Courie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Synchronizing tasks</a:t>
            </a:r>
            <a:endParaRPr lang="en-US" dirty="0"/>
          </a:p>
        </p:txBody>
      </p:sp>
      <p:sp>
        <p:nvSpPr>
          <p:cNvPr id="3" name="Content Placeholder 2"/>
          <p:cNvSpPr>
            <a:spLocks noGrp="1"/>
          </p:cNvSpPr>
          <p:nvPr>
            <p:ph idx="1"/>
          </p:nvPr>
        </p:nvSpPr>
        <p:spPr/>
        <p:txBody>
          <a:bodyPr/>
          <a:lstStyle/>
          <a:p>
            <a:r>
              <a:rPr lang="en-US" dirty="0" smtClean="0"/>
              <a:t>Barriers (explicit or implicit)</a:t>
            </a:r>
          </a:p>
          <a:p>
            <a:pPr lvl="1"/>
            <a:r>
              <a:rPr lang="en-US" dirty="0" smtClean="0"/>
              <a:t>All tasks created by any thread of the current team are guaranteed to be completed at barrier exit.</a:t>
            </a:r>
          </a:p>
          <a:p>
            <a:pPr lvl="1"/>
            <a:r>
              <a:rPr lang="en-US" dirty="0" err="1" smtClean="0"/>
              <a:t>Taskwait</a:t>
            </a:r>
            <a:endParaRPr lang="en-US" dirty="0" smtClean="0"/>
          </a:p>
          <a:p>
            <a:pPr lvl="2"/>
            <a:r>
              <a:rPr lang="en-US" dirty="0" smtClean="0"/>
              <a:t>!$</a:t>
            </a:r>
            <a:r>
              <a:rPr lang="en-US" dirty="0" err="1" smtClean="0"/>
              <a:t>omp</a:t>
            </a:r>
            <a:r>
              <a:rPr lang="en-US" dirty="0" smtClean="0"/>
              <a:t> </a:t>
            </a:r>
            <a:r>
              <a:rPr lang="en-US" dirty="0" err="1" smtClean="0"/>
              <a:t>taskwait</a:t>
            </a:r>
            <a:endParaRPr lang="en-US" dirty="0" smtClean="0"/>
          </a:p>
          <a:p>
            <a:pPr lvl="3"/>
            <a:r>
              <a:rPr lang="en-US" dirty="0" smtClean="0"/>
              <a:t>Encountering task waits until child (only direct children!) tasks complete.</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Tasks </a:t>
            </a:r>
            <a:r>
              <a:rPr lang="en-US" dirty="0" err="1" smtClean="0"/>
              <a:t>vs</a:t>
            </a:r>
            <a:r>
              <a:rPr lang="en-US" dirty="0" smtClean="0"/>
              <a:t> Nested Parallelism</a:t>
            </a:r>
            <a:endParaRPr lang="en-US" dirty="0"/>
          </a:p>
        </p:txBody>
      </p:sp>
      <p:sp>
        <p:nvSpPr>
          <p:cNvPr id="3" name="Content Placeholder 2"/>
          <p:cNvSpPr>
            <a:spLocks noGrp="1"/>
          </p:cNvSpPr>
          <p:nvPr>
            <p:ph idx="1"/>
          </p:nvPr>
        </p:nvSpPr>
        <p:spPr/>
        <p:txBody>
          <a:bodyPr>
            <a:normAutofit/>
          </a:bodyPr>
          <a:lstStyle/>
          <a:p>
            <a:r>
              <a:rPr lang="en-US" dirty="0" smtClean="0">
                <a:solidFill>
                  <a:srgbClr val="FF0000"/>
                </a:solidFill>
              </a:rPr>
              <a:t>Entering and exiting parallel regions often has higher overhead than executing tasks.</a:t>
            </a:r>
          </a:p>
          <a:p>
            <a:r>
              <a:rPr lang="en-US" dirty="0" smtClean="0"/>
              <a:t>Problem: For parallel regions, the user needs to decide how many threads to use each level, since threads cannot be shared between different parallel regions.</a:t>
            </a:r>
          </a:p>
          <a:p>
            <a:pPr lvl="1"/>
            <a:r>
              <a:rPr lang="en-US" dirty="0" smtClean="0"/>
              <a:t>Using either too many or too few can cause waste of resources or poor scalability.</a:t>
            </a:r>
          </a:p>
          <a:p>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Lab 2</a:t>
            </a:r>
            <a:endParaRPr lang="en-US" dirty="0"/>
          </a:p>
        </p:txBody>
      </p:sp>
      <p:sp>
        <p:nvSpPr>
          <p:cNvPr id="3" name="Content Placeholder 2"/>
          <p:cNvSpPr>
            <a:spLocks noGrp="1"/>
          </p:cNvSpPr>
          <p:nvPr>
            <p:ph idx="1"/>
          </p:nvPr>
        </p:nvSpPr>
        <p:spPr/>
        <p:txBody>
          <a:bodyPr>
            <a:normAutofit/>
          </a:bodyPr>
          <a:lstStyle/>
          <a:p>
            <a:r>
              <a:rPr lang="en-US" dirty="0" smtClean="0">
                <a:solidFill>
                  <a:srgbClr val="FF0000"/>
                </a:solidFill>
              </a:rPr>
              <a:t>Exercise 4</a:t>
            </a:r>
            <a:r>
              <a:rPr lang="en-US" dirty="0" smtClean="0"/>
              <a:t>: Collapse directive</a:t>
            </a:r>
          </a:p>
          <a:p>
            <a:pPr lvl="1"/>
            <a:r>
              <a:rPr lang="en-US" dirty="0" smtClean="0"/>
              <a:t>Parallelize the two loops structures. Get some timings for various thread counts.</a:t>
            </a:r>
          </a:p>
          <a:p>
            <a:pPr lvl="1"/>
            <a:r>
              <a:rPr lang="en-US" dirty="0" smtClean="0"/>
              <a:t>Insert collapse(2) directive for both loops. Note effect for different thread counts.</a:t>
            </a: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Lab 2</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Change programming environment: </a:t>
            </a:r>
          </a:p>
          <a:p>
            <a:pPr lvl="1"/>
            <a:r>
              <a:rPr lang="en-US" dirty="0" smtClean="0"/>
              <a:t>module swap </a:t>
            </a:r>
            <a:r>
              <a:rPr lang="en-US" dirty="0" err="1" smtClean="0"/>
              <a:t>PrgEnv-pgi</a:t>
            </a:r>
            <a:r>
              <a:rPr lang="en-US" dirty="0" smtClean="0"/>
              <a:t> </a:t>
            </a:r>
            <a:r>
              <a:rPr lang="en-US" dirty="0" err="1" smtClean="0"/>
              <a:t>PrgEnv-cray</a:t>
            </a:r>
            <a:endParaRPr lang="en-US" dirty="0" smtClean="0"/>
          </a:p>
          <a:p>
            <a:r>
              <a:rPr lang="en-US" dirty="0" smtClean="0"/>
              <a:t>Exercise 5: Use of tasks</a:t>
            </a:r>
          </a:p>
          <a:p>
            <a:pPr lvl="1"/>
            <a:r>
              <a:rPr lang="en-US" dirty="0" smtClean="0"/>
              <a:t>Program computes the Fibonacci number of </a:t>
            </a:r>
            <a:r>
              <a:rPr lang="en-US" dirty="0" err="1" smtClean="0"/>
              <a:t>n</a:t>
            </a:r>
            <a:r>
              <a:rPr lang="en-US" dirty="0" smtClean="0"/>
              <a:t>=41 by a recursive algorithm</a:t>
            </a:r>
          </a:p>
          <a:p>
            <a:pPr lvl="2"/>
            <a:r>
              <a:rPr lang="en-US" dirty="0" err="1" smtClean="0"/>
              <a:t>f(n</a:t>
            </a:r>
            <a:r>
              <a:rPr lang="en-US" dirty="0" smtClean="0"/>
              <a:t>) = f(n-1) + f(n-2)</a:t>
            </a:r>
          </a:p>
          <a:p>
            <a:pPr lvl="1"/>
            <a:r>
              <a:rPr lang="en-US" dirty="0" smtClean="0"/>
              <a:t>Create parallel region before first call to </a:t>
            </a:r>
            <a:r>
              <a:rPr lang="en-US" dirty="0" err="1" smtClean="0"/>
              <a:t>f</a:t>
            </a:r>
            <a:r>
              <a:rPr lang="en-US" dirty="0" smtClean="0"/>
              <a:t>()</a:t>
            </a:r>
          </a:p>
          <a:p>
            <a:pPr lvl="2"/>
            <a:r>
              <a:rPr lang="en-US" dirty="0" smtClean="0"/>
              <a:t>How many threads should call </a:t>
            </a:r>
            <a:r>
              <a:rPr lang="en-US" dirty="0" err="1" smtClean="0"/>
              <a:t>f</a:t>
            </a:r>
            <a:r>
              <a:rPr lang="en-US" dirty="0" smtClean="0"/>
              <a:t>()?</a:t>
            </a:r>
          </a:p>
          <a:p>
            <a:pPr lvl="1"/>
            <a:r>
              <a:rPr lang="en-US" dirty="0" smtClean="0"/>
              <a:t>Use tasks in </a:t>
            </a:r>
            <a:r>
              <a:rPr lang="en-US" dirty="0" err="1" smtClean="0"/>
              <a:t>f</a:t>
            </a:r>
            <a:r>
              <a:rPr lang="en-US" dirty="0" smtClean="0"/>
              <a:t>()</a:t>
            </a:r>
          </a:p>
          <a:p>
            <a:pPr lvl="2"/>
            <a:r>
              <a:rPr lang="en-US" dirty="0" smtClean="0"/>
              <a:t>Do you need to worry about scoping and synchronization?</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6507</TotalTime>
  <Words>3898</Words>
  <Application>Microsoft Macintosh PowerPoint</Application>
  <PresentationFormat>On-screen Show (4:3)</PresentationFormat>
  <Paragraphs>598</Paragraphs>
  <Slides>63</Slides>
  <Notes>0</Notes>
  <HiddenSlides>0</HiddenSlides>
  <MMClips>0</MMClips>
  <ScaleCrop>false</ScaleCrop>
  <HeadingPairs>
    <vt:vector size="4" baseType="variant">
      <vt:variant>
        <vt:lpstr>Design Template</vt:lpstr>
      </vt:variant>
      <vt:variant>
        <vt:i4>1</vt:i4>
      </vt:variant>
      <vt:variant>
        <vt:lpstr>Slide Titles</vt:lpstr>
      </vt:variant>
      <vt:variant>
        <vt:i4>63</vt:i4>
      </vt:variant>
    </vt:vector>
  </HeadingPairs>
  <TitlesOfParts>
    <vt:vector size="64" baseType="lpstr">
      <vt:lpstr>Office Theme</vt:lpstr>
      <vt:lpstr>Introductory Course on OpenMP Programming</vt:lpstr>
      <vt:lpstr>Agenda</vt:lpstr>
      <vt:lpstr>Agenda</vt:lpstr>
      <vt:lpstr>What is OpenMP? </vt:lpstr>
      <vt:lpstr>How is OpenMP not MPI?</vt:lpstr>
      <vt:lpstr>OpenMP</vt:lpstr>
      <vt:lpstr>Why use OpenMP?</vt:lpstr>
      <vt:lpstr>Fork-and-join model</vt:lpstr>
      <vt:lpstr>Creating parallelism</vt:lpstr>
      <vt:lpstr>Parallel regions</vt:lpstr>
      <vt:lpstr>Fortran example</vt:lpstr>
      <vt:lpstr>Fortran example</vt:lpstr>
      <vt:lpstr>C example</vt:lpstr>
      <vt:lpstr>Synchronization 1</vt:lpstr>
      <vt:lpstr>master directive</vt:lpstr>
      <vt:lpstr>single directive</vt:lpstr>
      <vt:lpstr>critical directive</vt:lpstr>
      <vt:lpstr>barrier directive</vt:lpstr>
      <vt:lpstr>atomic directive</vt:lpstr>
      <vt:lpstr>Warning </vt:lpstr>
      <vt:lpstr>Data scoping</vt:lpstr>
      <vt:lpstr>Private/Shared Data</vt:lpstr>
      <vt:lpstr>Private/Shared data</vt:lpstr>
      <vt:lpstr>firstprivate</vt:lpstr>
      <vt:lpstr>lastprivate</vt:lpstr>
      <vt:lpstr>Loop Worksharing (do/for)</vt:lpstr>
      <vt:lpstr>Slide 27</vt:lpstr>
      <vt:lpstr>Loop worksharing</vt:lpstr>
      <vt:lpstr>Reductions</vt:lpstr>
      <vt:lpstr>reduction directive</vt:lpstr>
      <vt:lpstr>Reductions</vt:lpstr>
      <vt:lpstr>ordered directive</vt:lpstr>
      <vt:lpstr>Scheduling </vt:lpstr>
      <vt:lpstr>schedule directive</vt:lpstr>
      <vt:lpstr>schedule directive</vt:lpstr>
      <vt:lpstr>schedule directive</vt:lpstr>
      <vt:lpstr>schedule directive</vt:lpstr>
      <vt:lpstr>Sections</vt:lpstr>
      <vt:lpstr>Section directive</vt:lpstr>
      <vt:lpstr>Sections</vt:lpstr>
      <vt:lpstr>Workshare (Fortran only)</vt:lpstr>
      <vt:lpstr>workshare example</vt:lpstr>
      <vt:lpstr>Useful links</vt:lpstr>
      <vt:lpstr>Lab 1</vt:lpstr>
      <vt:lpstr>Lab 1</vt:lpstr>
      <vt:lpstr>Lab 1</vt:lpstr>
      <vt:lpstr>OpenMP 3.0 features</vt:lpstr>
      <vt:lpstr>OMP_STACKSIZE</vt:lpstr>
      <vt:lpstr>Collapse(n)</vt:lpstr>
      <vt:lpstr>Nested Parallelism</vt:lpstr>
      <vt:lpstr>Nested parallelism</vt:lpstr>
      <vt:lpstr>Nested parallelism</vt:lpstr>
      <vt:lpstr>Tasks</vt:lpstr>
      <vt:lpstr>Example: list traversal</vt:lpstr>
      <vt:lpstr>Example: tree traversal</vt:lpstr>
      <vt:lpstr>Tasks</vt:lpstr>
      <vt:lpstr>Task directive</vt:lpstr>
      <vt:lpstr>Example with tasks</vt:lpstr>
      <vt:lpstr>Scoping for tasks</vt:lpstr>
      <vt:lpstr>Synchronizing tasks</vt:lpstr>
      <vt:lpstr>Tasks vs Nested Parallelism</vt:lpstr>
      <vt:lpstr>Lab 2</vt:lpstr>
      <vt:lpstr>Lab 2</vt:lpstr>
    </vt:vector>
  </TitlesOfParts>
  <Company>CSCS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OpenMP</dc:title>
  <dc:creator>Matthew Cordery</dc:creator>
  <cp:lastModifiedBy>Matthew Cordery</cp:lastModifiedBy>
  <cp:revision>105</cp:revision>
  <dcterms:created xsi:type="dcterms:W3CDTF">2011-07-14T08:29:56Z</dcterms:created>
  <dcterms:modified xsi:type="dcterms:W3CDTF">2011-07-14T09:55:25Z</dcterms:modified>
</cp:coreProperties>
</file>